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5dc99d4f3264d29" /><Relationship Type="http://schemas.openxmlformats.org/officeDocument/2006/relationships/extended-properties" Target="/docProps/app.xml" Id="R478cbcc89b544e5b" /><Relationship Type="http://schemas.openxmlformats.org/officeDocument/2006/relationships/officeDocument" Target="/ppt/presentation.xml" Id="R19a7175c57424e5f" /></Relationships>
</file>

<file path=ppt/presentation.xml><?xml version="1.0" encoding="utf-8"?>
<p:presentation xmlns:p="http://schemas.openxmlformats.org/presentationml/2006/main">
  <p:sldMasterIdLst>
    <p:sldMasterId xmlns:r="http://schemas.openxmlformats.org/officeDocument/2006/relationships" id="2147483648" r:id="Rc16fd52a3c4849e8"/>
  </p:sldMasterIdLst>
  <p:notesMasterIdLst>
    <p:notesMasterId xmlns:r="http://schemas.openxmlformats.org/officeDocument/2006/relationships" r:id="R576c7138b7a14aa5"/>
  </p:notesMasterIdLst>
  <p:sldIdLst>
    <p:sldId xmlns:r="http://schemas.openxmlformats.org/officeDocument/2006/relationships" id="256" r:id="Rd57e727b59264b9d"/>
    <p:sldId xmlns:r="http://schemas.openxmlformats.org/officeDocument/2006/relationships" id="257" r:id="R7f1e034f72c045f3"/>
    <p:sldId xmlns:r="http://schemas.openxmlformats.org/officeDocument/2006/relationships" id="258" r:id="R8d3a0deb118e4651"/>
    <p:sldId xmlns:r="http://schemas.openxmlformats.org/officeDocument/2006/relationships" id="259" r:id="R74c976042a484f43"/>
    <p:sldId xmlns:r="http://schemas.openxmlformats.org/officeDocument/2006/relationships" id="260" r:id="R2858a928878241f5"/>
    <p:sldId xmlns:r="http://schemas.openxmlformats.org/officeDocument/2006/relationships" id="261" r:id="Rb2435a05291a4a1e"/>
    <p:sldId xmlns:r="http://schemas.openxmlformats.org/officeDocument/2006/relationships" id="262" r:id="Rd566b581339048fa"/>
    <p:sldId xmlns:r="http://schemas.openxmlformats.org/officeDocument/2006/relationships" id="263" r:id="R9bf882298bb341fa"/>
    <p:sldId xmlns:r="http://schemas.openxmlformats.org/officeDocument/2006/relationships" id="264" r:id="Rcf93d97138044ebd"/>
    <p:sldId xmlns:r="http://schemas.openxmlformats.org/officeDocument/2006/relationships" id="265" r:id="R9b2e78c4cd064b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103591c3ee41f8" /><Relationship Type="http://schemas.openxmlformats.org/officeDocument/2006/relationships/slideMaster" Target="/ppt/slideMasters/slideMaster1.xml" Id="Rc16fd52a3c4849e8" /><Relationship Type="http://schemas.openxmlformats.org/officeDocument/2006/relationships/notesMaster" Target="/ppt/notesMasters/notesMaster1.xml" Id="R576c7138b7a14aa5" /><Relationship Type="http://schemas.openxmlformats.org/officeDocument/2006/relationships/presProps" Target="/ppt/presProps.xml" Id="R9ae95f23c046470c" /><Relationship Type="http://schemas.openxmlformats.org/officeDocument/2006/relationships/tableStyles" Target="/ppt/tableStyles.xml" Id="R87d63b9d62754ed5" /><Relationship Type="http://schemas.openxmlformats.org/officeDocument/2006/relationships/slide" Target="/ppt/slides/slide1.xml" Id="Rd57e727b59264b9d" /><Relationship Type="http://schemas.openxmlformats.org/officeDocument/2006/relationships/slide" Target="/ppt/slides/slide2.xml" Id="R7f1e034f72c045f3" /><Relationship Type="http://schemas.openxmlformats.org/officeDocument/2006/relationships/slide" Target="/ppt/slides/slide3.xml" Id="R8d3a0deb118e4651" /><Relationship Type="http://schemas.openxmlformats.org/officeDocument/2006/relationships/slide" Target="/ppt/slides/slide4.xml" Id="R74c976042a484f43" /><Relationship Type="http://schemas.openxmlformats.org/officeDocument/2006/relationships/slide" Target="/ppt/slides/slide5.xml" Id="R2858a928878241f5" /><Relationship Type="http://schemas.openxmlformats.org/officeDocument/2006/relationships/slide" Target="/ppt/slides/slide6.xml" Id="Rb2435a05291a4a1e" /><Relationship Type="http://schemas.openxmlformats.org/officeDocument/2006/relationships/slide" Target="/ppt/slides/slide7.xml" Id="Rd566b581339048fa" /><Relationship Type="http://schemas.openxmlformats.org/officeDocument/2006/relationships/slide" Target="/ppt/slides/slide8.xml" Id="R9bf882298bb341fa" /><Relationship Type="http://schemas.openxmlformats.org/officeDocument/2006/relationships/slide" Target="/ppt/slides/slide9.xml" Id="Rcf93d97138044ebd" /><Relationship Type="http://schemas.openxmlformats.org/officeDocument/2006/relationships/slide" Target="/ppt/slides/slide10.xml" Id="R9b2e78c4cd064b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64207209aa49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c3ea0aa1ac485f" /><Relationship Type="http://schemas.openxmlformats.org/officeDocument/2006/relationships/notesMaster" Target="/ppt/notesMasters/notesMaster1.xml" Id="R4e41ecd462cc4e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808df43c994bec" /><Relationship Type="http://schemas.openxmlformats.org/officeDocument/2006/relationships/notesMaster" Target="/ppt/notesMasters/notesMaster1.xml" Id="R72284a3462104bb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a1c3f4f6824d52" /><Relationship Type="http://schemas.openxmlformats.org/officeDocument/2006/relationships/notesMaster" Target="/ppt/notesMasters/notesMaster1.xml" Id="Rc9d7a7cde8344a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b0c081ef84470b" /><Relationship Type="http://schemas.openxmlformats.org/officeDocument/2006/relationships/notesMaster" Target="/ppt/notesMasters/notesMaster1.xml" Id="R03346b256cc942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2e63512f834a86" /><Relationship Type="http://schemas.openxmlformats.org/officeDocument/2006/relationships/notesMaster" Target="/ppt/notesMasters/notesMaster1.xml" Id="R078ac3f919b14221" /></Relationships>
</file>

<file path=ppt/notesSlides/_rels/notesSlide6.xml.rels>&#65279;<?xml version="1.0" encoding="utf-8"?><Relationships xmlns="http://schemas.openxmlformats.org/package/2006/relationships"><Relationship Type="http://schemas.openxmlformats.org/officeDocument/2006/relationships/slide" Target="/ppt/slides/slide6.xml" Id="R726d5120bf114b7c" /><Relationship Type="http://schemas.openxmlformats.org/officeDocument/2006/relationships/notesMaster" Target="/ppt/notesMasters/notesMaster1.xml" Id="R2cb6ee7b68d7474e" /></Relationships>
</file>

<file path=ppt/notesSlides/_rels/notesSlide7.xml.rels>&#65279;<?xml version="1.0" encoding="utf-8"?><Relationships xmlns="http://schemas.openxmlformats.org/package/2006/relationships"><Relationship Type="http://schemas.openxmlformats.org/officeDocument/2006/relationships/slide" Target="/ppt/slides/slide7.xml" Id="R4eeb8f3d7da840c8" /><Relationship Type="http://schemas.openxmlformats.org/officeDocument/2006/relationships/notesMaster" Target="/ppt/notesMasters/notesMaster1.xml" Id="R69213f44eeb3439b" /></Relationships>
</file>

<file path=ppt/notesSlides/_rels/notesSlide8.xml.rels>&#65279;<?xml version="1.0" encoding="utf-8"?><Relationships xmlns="http://schemas.openxmlformats.org/package/2006/relationships"><Relationship Type="http://schemas.openxmlformats.org/officeDocument/2006/relationships/slide" Target="/ppt/slides/slide8.xml" Id="Rcb72699e3b6a4bc5" /><Relationship Type="http://schemas.openxmlformats.org/officeDocument/2006/relationships/notesMaster" Target="/ppt/notesMasters/notesMaster1.xml" Id="R20ca92ca09c54455" /></Relationships>
</file>

<file path=ppt/notesSlides/_rels/notesSlide9.xml.rels>&#65279;<?xml version="1.0" encoding="utf-8"?><Relationships xmlns="http://schemas.openxmlformats.org/package/2006/relationships"><Relationship Type="http://schemas.openxmlformats.org/officeDocument/2006/relationships/slide" Target="/ppt/slides/slide9.xml" Id="R7dc9b782418d4383" /><Relationship Type="http://schemas.openxmlformats.org/officeDocument/2006/relationships/notesMaster" Target="/ppt/notesMasters/notesMaster1.xml" Id="R379361c6707c41b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2ba21d5575f4243" /><Relationship Type="http://schemas.openxmlformats.org/officeDocument/2006/relationships/notesMaster" Target="/ppt/notesMasters/notesMaster1.xml" Id="R2f3f0bf60f5849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이 슬라이드45초, 다음 고유화60초, 보스 관련3~6번 슬라이드 합계5분, 충돌 판정45초. 코드와 보스 설명 합계7분30초이며 게임 소개·결과·마무리에2분30초를 남깁니다. 8~10번은 숨긴 보충 자료입니다.</a:t>
            </a:r>
          </a:p>
          <a:p xmlns:a="http://schemas.openxmlformats.org/drawingml/2006/main">
            <a:r>
              <a:t/>
            </a:r>
          </a:p>
          <a:p xmlns:a="http://schemas.openxmlformats.org/drawingml/2006/main">
            <a:r>
              <a:t>발표 약 45초</a:t>
            </a:r>
          </a:p>
          <a:p xmlns:a="http://schemas.openxmlformats.org/drawingml/2006/main">
            <a:r>
              <a:t>KarmaGame은 전체 게임의 진행 상태와 스테이지를 관리합니다. 시작할 때 플레이어와 수호자를 생성하고, 수호자를 쓰러뜨리면 선택 화면이나 승리 화면으로 전환합니다. KarmaPlayer는 플레이어 조작을, KarmaEnemy는 수호자의 AI와 패턴을 처리합니다. 두 객체는 KarmaGame을 통해 설정과 게임 상태를 확인합니다. KarmaInput은 공통 키 입력을 제공합니다.</a:t>
            </a:r>
          </a:p>
          <a:p xmlns:a="http://schemas.openxmlformats.org/drawingml/2006/main">
            <a:r>
              <a:t>질문 대응: 빈 씬에서는 KarmaBootstrap이 KarmaGame을 생성합니다. KarmaStage는 전장을 구성합니다.</a:t>
            </a:r>
          </a:p>
          <a:p xmlns:a="http://schemas.openxmlformats.org/drawingml/2006/main">
            <a:r>
              <a:t>출처: Assets/K4RMA/Runtime/Flow/KarmaGame.cs, KarmaGame.Progression.cs, Player/KarmaPlayer.cs, Enemies/KarmaEnemy.cs, Input/KarmaInput.cs</a:t>
            </a:r>
          </a:p>
          <a:p xmlns:a="http://schemas.openxmlformats.org/drawingml/2006/main">
            <a:r>
              <a:t/>
            </a:r>
          </a:p>
          <a:p xmlns:a="http://schemas.openxmlformats.org/drawingml/2006/main">
            <a:r>
              <a:t>도판 출처: Assets/ClassDiagramGeneratorOutput/ActualGenerator/01-game.png. 클래스 상자 또는 기존 관계 영역을 잘라 확대했습니다. 원본 클래스와 관계를 새로 그리지 않았습니다. 원본 파서는 일부 메서드와 관계를 누락하므로 역할 설명은 실제 소스 코드에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약 60초</a:t>
            </a:r>
          </a:p>
          <a:p xmlns:a="http://schemas.openxmlformats.org/drawingml/2006/main">
            <a:r>
              <a:t>이 게임에서는 기술을 고유화할 때 플레이어와 다음 수호자가 함께 바뀝니다. KarmaEssences는 Unity 컴포넌트이며 실제 선택 상태는 Core의 KarmaProgressionState에 보관합니다. KarmaGame.Choose가 선택 후보를 저장하고 ConfirmChoice가 확정합니다. 다음 방을 만들 때 KarmaEnemy.Initialize가 SacrificeOrder를 읽고 KarmaPatternCatalog.Primary와 BuildCycle로 타입과 패턴 목록을 결정합니다. 예를 들어 검기 다음 상승베기를 선택하면 검기형에 SW03이 추가되고, 반대 순서이면 상승베기형에 UP03이 추가됩니다.</a:t>
            </a:r>
          </a:p>
          <a:p xmlns:a="http://schemas.openxmlformats.org/drawingml/2006/main">
            <a:r>
              <a:t>출처: Assets/K4RMA/Runtime/Abilities/KarmaEssences.cs, Core/KarmaProgressionState.cs, Core/KarmaPatternCatalog.cs, Runtime/Flow/KarmaGame.Progression.cs, Runtime/Enemies/KarmaEnemy.cs</a:t>
            </a:r>
          </a:p>
          <a:p xmlns:a="http://schemas.openxmlformats.org/drawingml/2006/main">
            <a:r>
              <a:t/>
            </a:r>
          </a:p>
          <a:p xmlns:a="http://schemas.openxmlformats.org/drawingml/2006/main">
            <a:r>
              <a:t>도판 출처: Assets/ClassDiagramGeneratorOutput/ActualGenerator/01-game.png. 클래스 상자 또는 기존 관계 영역을 잘라 확대했습니다. 원본 클래스와 관계를 새로 그리지 않았습니다. 원본 파서는 일부 메서드와 관계를 누락하므로 역할 설명은 실제 소스 코드에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60초</a:t>
            </a:r>
          </a:p>
          <a:p xmlns:a="http://schemas.openxmlformats.org/drawingml/2006/main">
            <a:r>
              <a:t>교수님께는 먼저 평상시 이동과 패턴 이동을 구분해 설명합니다. Update는 플레이어와 보스의 x좌표 차이를 구합니다. 공격을 실행하지 않는 동안 거리가 타입별 기준보다 멀면 접근합니다. 검기형은 멀리서 싸우므로 기준이 14이고 8.4보다 가까우면 후퇴합니다. 상승베기형과 기본형은 7, 방어형은 6까지 접근합니다. 이 값은 코드의 Units(7/4.2/3.5/3)에 Scale=2를 적용한 월드 거리입니다. 기준 안에서는 수평 접근을 멈추지만 공격 결정 타이머는 계속 흐릅니다.</a:t>
            </a:r>
          </a:p>
          <a:p xmlns:a="http://schemas.openxmlformats.org/drawingml/2006/main">
            <a:r>
              <a:t>Move는 transform.position의 x를 바꾸고 BossLeftWall~BossRightWall로 Clamp합니다. NavMesh나 경로 탐색은 사용하지 않습니다. 보스는 Update에서 직접 좌표를 제어하며 플레이어처럼 Rigidbody2D로 점프하지 않습니다. 도약과 돌진은 Motion에서 Vector2.Lerp(from,target,elapsed/duration)로 계산합니다. 일반 Move의 경계 제한과 달리 Motion의 목표 제한은 각 패턴에서 처리합니다.</a:t>
            </a:r>
          </a:p>
          <a:p xmlns:a="http://schemas.openxmlformats.org/drawingml/2006/main">
            <a:r>
              <a:t>질문: 벽이나 발판을 피해 찾아가나요? 답: 일반 이동에는 경로 탐색이 없고 x좌표를 제한합니다. 사선 검사는 별도로 공격 선택에 사용합니다.</a:t>
            </a:r>
          </a:p>
          <a:p xmlns:a="http://schemas.openxmlformats.org/drawingml/2006/main">
            <a:r>
              <a:t>질문: 속도는요? 현재 에셋에서 enemyMoveSpeed=4.8, moveMultiplier=1.7이므로 접근은 8.16 월드 단위/초이고 검기형 후퇴는 4.8입니다. 둘 다 deltaTime을 곱합니다.</a:t>
            </a:r>
          </a:p>
          <a:p xmlns:a="http://schemas.openxmlformats.org/drawingml/2006/main">
            <a:r>
              <a:t>전투 개시는 기본적으로 플레이어 x&gt;=12에서 engaged=true가 될 때이며, 보스가 먼저 피해를 받아도 engaged=true가 됩니다. 일시정지 시 Update는 반환합니다.</a:t>
            </a:r>
          </a:p>
          <a:p xmlns:a="http://schemas.openxmlformats.org/drawingml/2006/main">
            <a:r>
              <a:t>출처: Assets/K4RMA/Runtime/Enemies/KarmaEnemy.StateMachine.cs Update/Move, KarmaEnemy.Presentation.cs Motion, KarmaEnemy.Combat.cs TakeDamage, Runtime/World/KarmaSpace.cs, KarmaStage.cs, Settings/KarmaConfig.asset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60초</a:t>
            </a:r>
          </a:p>
          <a:p xmlns:a="http://schemas.openxmlformats.org/drawingml/2006/main">
            <a:r>
              <a:t>보스는 Approach, Telegraph, Attack, Recover, Stunned 다섯 상태를 사용합니다. 위 그림은 대표적인 진행 흐름입니다. 실제 패턴은 전조와 공격을 여러 번 반복할 수 있습니다. Approach에서 거리를 조절하고 타이머가 끝나면 BeginAttack으로 패턴을 고릅니다. 실행은 StartCoroutine(RunPattern)에서 시작하고 ExecuteAttack이 선택된 패턴 코루틴을 반환합니다. Telegraph에서는 전조를 보여주고 Attack에서는 이동 또는 발사체 판정을 실행합니다. Recovery는 공격 객체와 임시 방어를 정리하고 정지한 틈을 제공합니다. 패턴 종료 뒤 running=false, state=Approach로 복귀합니다.</a:t>
            </a:r>
          </a:p>
          <a:p xmlns:a="http://schemas.openxmlformats.org/drawingml/2006/main">
            <a:r>
              <a:t>중요한 구현: state만으로 실행을 제어하는 것이 아니라 running, stopped, pendingParry 등의 플래그와 함께 사용합니다. running=true이면 일반 접근과 BeginAttack을 건너뛰므로 패턴 도중에 평상시 이동이 끼어들지 않습니다. 다만 자동방어막 갱신과 무력화 검사 등은 별도로 수행합니다.</a:t>
            </a:r>
          </a:p>
          <a:p xmlns:a="http://schemas.openxmlformats.org/drawingml/2006/main">
            <a:r>
              <a:t>GD02를 패링하면 TryAttackHit가 pendingParry를 예약하고 다음 Update에서 InterruptPattern 후 Stunned로 전환합니다. 다른 패링도 모두 보스를 무력화시키는 것은 아닙니다. 현재 parryStunSeconds=2입니다. 회복 최소 시간은 0.38초이며 패턴마다 기본 시간이 다릅니다.</a:t>
            </a:r>
          </a:p>
          <a:p xmlns:a="http://schemas.openxmlformats.org/drawingml/2006/main">
            <a:r>
              <a:t>질문: 일시정지는 중단인가요? 답: 아니요. Update와 Motion/Wait가 시간을 진행하지 않고 재개를 기다립니다. 사망·전투 종료는 CancelCombat과 InterruptPattern으로 객체와 코루틴을 정리합니다.</a:t>
            </a:r>
          </a:p>
          <a:p xmlns:a="http://schemas.openxmlformats.org/drawingml/2006/main">
            <a:r>
              <a:t>질문: 패턴이 끝나지 않으면요? 답: 실행 중 FightSeconds-patternStarted가 patternTimeout(현재30초)을 넘거나 비정상 높이이면 중단 후 바닥으로 복구합니다. 체력50% 이하의 Enraged는 별도 ActionState가 아니라 체력 기반 조건입니다.</a:t>
            </a:r>
          </a:p>
          <a:p xmlns:a="http://schemas.openxmlformats.org/drawingml/2006/main">
            <a:r>
              <a:t>출처: Assets/K4RMA/Runtime/Enemies/KarmaEnemy.cs, KarmaEnemy.StateMachine.cs, KarmaEnemy.Patterns.cs, KarmaEnemy.Presentation.cs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60초</a:t>
            </a:r>
          </a:p>
          <a:p xmlns:a="http://schemas.openxmlformats.org/drawingml/2006/main">
            <a:r>
              <a:t>패턴은 랜덤 추첨이 아닙니다. 먼저 Initialize에서 플레이어의 고유화 순서로 BuildCycle을 만들어 attacks에 보관합니다. BeginAttack에서는 attacks[cycleIndex++ % attacks.Count]로 후보를 순서대로 검사합니다. CanSelect가 true인 첫 후보를 선택하고 전부 실패하면 GroundStrike를 사용합니다. 타이머가 끝나면 검사하며, 반드시 선호 거리까지 도착해야만 공격을 검사하는 구조는 아닙니다.</a:t>
            </a:r>
          </a:p>
          <a:p xmlns:a="http://schemas.openxmlformats.org/drawingml/2006/main">
            <a:r>
              <a:t>SW01/SW03은 수평 거리4 이상, SW02는 사선, UP02는 공중 또는 거리8 이내이면서 직전과 다른 공격, GD02는 자동방어막 및 거리5 이내 조건입니다. 여기서 거리는 월드 거리를 Scale로 나눈 값입니다. UP03/GD04는 보스가 양쪽 전장 끝에서5월드 단위보다 안쪽인지 검사합니다.</a:t>
            </a:r>
          </a:p>
          <a:p xmlns:a="http://schemas.openxmlformats.org/drawingml/2006/main">
            <a:r>
              <a:t>시야는 Physics2D.LinecastAll로 검사하며 KarmaSurface 중 PlatformEffector2D가 없는 장애물이 있으면 사선이 막혔다고 판단합니다.</a:t>
            </a:r>
          </a:p>
          <a:p xmlns:a="http://schemas.openxmlformats.org/drawingml/2006/main">
            <a:r>
              <a:t>상위 패턴은 세 기술이 모두 포함될 때 목록에 추가됩니다. 현재 처음 사용과 재사용 기준은 전투 시간20초이며 직전 공격이 상위 패턴이면 선택하지 않습니다. 쿨타임이 끝났다고 즉시 사용하지는 않고 순환 검사에서 조건을 만족해야 합니다.</a:t>
            </a:r>
          </a:p>
          <a:p xmlns:a="http://schemas.openxmlformats.org/drawingml/2006/main">
            <a:r>
              <a:t>질문: 보스가 배워서 대응하나요? 답: 학습형 AI는 아니며 선택 순서로 만든 목록과 현재 전투 조건을 사용하는 규칙 기반 AI입니다.</a:t>
            </a:r>
          </a:p>
          <a:p xmlns:a="http://schemas.openxmlformats.org/drawingml/2006/main">
            <a:r>
              <a:t>출처: Assets/K4RMA/Core/KarmaPatternCatalog.cs Primary/BuildCycle/CanSelect, Runtime/Enemies/KarmaEnemy.StateMachine.cs BeginAttack/ClearShot, KarmaEnemy.cs Initialize, Settings/KarmaConfig.asset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120초. 가능하면 각 패턴 영상을 10~15초씩 보여주고 설명합니다.</a:t>
            </a:r>
          </a:p>
          <a:p xmlns:a="http://schemas.openxmlformats.org/drawingml/2006/main">
            <a:r>
              <a:t>SW02: AimedWave는 플레이어 위치를 잠시 추적하고 aim을 고정한 뒤 고정 전조를 표시합니다. 발사 후 검기는 해당 방향으로 이동하고 유도하지 않습니다. 일반2발, 체력50% 이하3발이며 각 발마다 다시 추적하고 고정합니다. 따라서 패턴 전체가 한 번만 조준하는 것은 아닙니다.</a:t>
            </a:r>
          </a:p>
          <a:p xmlns:a="http://schemas.openxmlformats.org/drawingml/2006/main">
            <a:r>
              <a:t>UP01: RiseSlam은 현재 위치에서 약간 전진한 높은 지점으로 이동합니다. 상승 후 플레이어 x를 샘플링해서 착지점을 정하고 수평 이동 범위를 제한합니다. 착지 전조를 보여준 뒤 그 점으로 Motion을 실행하고, 착지하면 좌우 지면 충격파를 발사합니다. 플레이어는 착지 범위를 벗어나고 충격파를 점프로 피합니다. 강화 상태에는 별도 예고 후 지연 상승 잔흔이 추가되어 옆으로 더 피해야 합니다.</a:t>
            </a:r>
          </a:p>
          <a:p xmlns:a="http://schemas.openxmlformats.org/drawingml/2006/main">
            <a:r>
              <a:t>GD02: 자동방어막이 있을 때 가까운 플레이어에게 강공격을 선택할 수 있습니다. 전방 범위를 고정해 예고하고 공격합니다. 플레이어의 반격 성공으로 ParryCount가 바뀌면 pendingParry를 통해 패턴을 중단하고2초 무력화합니다. 현재 dodgeRefreshesShield=false이므로 단순히 회피했다고 자동방어막을 갱신하지 않습니다. 강공격에 실제 피격되면 갱신합니다. 강화 상태에는 별도 전조가 있는 낮은 충격파를 추가합니다.</a:t>
            </a:r>
          </a:p>
          <a:p xmlns:a="http://schemas.openxmlformats.org/drawingml/2006/main">
            <a:r>
              <a:t>Motion의 원리: from을 시작할 때 저장하고 elapsed/duration 비율로 Vector2.Lerp를 적용해 transform.position을 바꿉니다. hitSize가 0이 아니면 매 프레임 before~to 구간의 판정을 검사합니다. UP02의 복귀 착지처럼 Vector2.zero를 넘긴 이동에는 접촉 피해가 없습니다.</a:t>
            </a:r>
          </a:p>
          <a:p xmlns:a="http://schemas.openxmlformats.org/drawingml/2006/main">
            <a:r>
              <a:t>질문: 보스가 계속 유도하나요? 답: 추적 단계에서는 위치를 갱신하고 고정 전조 뒤에는 목표를 바꾸지 않습니다. 연타나 재추격이 시작되면 별도 단계에서 다시 샘플링합니다.</a:t>
            </a:r>
          </a:p>
          <a:p xmlns:a="http://schemas.openxmlformats.org/drawingml/2006/main">
            <a:r>
              <a:t>출처: Assets/K4RMA/Runtime/Enemies/Patterns/KarmaEnemy.SwordWave.cs AimedWave, KarmaEnemy.RisingSlash.cs RiseSlam/AirPursuit, KarmaEnemy.Guard.cs HeavyStrike, KarmaEnemy.Presentation.cs Motion/TryAttackHit, KarmaEnemy.StateMachine.cs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약 45초</a:t>
            </a:r>
          </a:p>
          <a:p xmlns:a="http://schemas.openxmlformats.org/drawingml/2006/main">
            <a:r>
              <a:t>패턴 영상 설명 전이나 후에 사용하는 구현 설명 슬라이드입니다. KarmaBossAttack은 공격의 이동과 수명을 관리하고 수호자의 TryAttackHit에 판정을 요청합니다. KarmaProjectile은 플레이어의 검기와 반격 발사체에 사용합니다. 빠른 공격은 한 프레임 사이에 대상을 지나갈 수 있으므로 KarmaBossGeometry에서 이동 경로와 사각형의 충돌을 계산합니다. 분열 방패처럼 여러 조각이 있는 공격은 KarmaAttackContact를 공유해 같은 시전에서 접촉이 반복되는 것을 막습니다.</a:t>
            </a:r>
          </a:p>
          <a:p xmlns:a="http://schemas.openxmlformats.org/drawingml/2006/main">
            <a:r>
              <a:t>출처: Assets/K4RMA/Runtime/Combat/KarmaBossAttack.cs, KarmaProjectile.cs, Enemies/KarmaEnemy.Presentation.cs, Enemies/KarmaEnemy.Combat.cs, Core/KarmaBossRules.cs</a:t>
            </a:r>
          </a:p>
          <a:p xmlns:a="http://schemas.openxmlformats.org/drawingml/2006/main">
            <a:r>
              <a:t/>
            </a:r>
          </a:p>
          <a:p xmlns:a="http://schemas.openxmlformats.org/drawingml/2006/main">
            <a:r>
              <a:t>도판 출처: Assets/ClassDiagramGeneratorOutput/ActualGenerator/01-game.png. 클래스 상자 또는 기존 관계 영역을 잘라 확대했습니다. 원본 클래스와 관계를 새로 그리지 않았습니다. 원본 파서는 일부 메서드와 관계를 누락하므로 역할 설명은 실제 소스 코드에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보충 자료. 시간 여유가 있거나 설정 변경 방법을 질문받았을 때 사용합니다. 왼쪽은 KarmaConfig가 KarmaTechniqueTuning을 보관하는 관계이고, 오른쪽은 KarmaArtworkSettings가 KarmaSpriteLibrary 에셋을 참조하는 관계입니다. 두 그림의 화살표는 원본 PNG에 있던 관계를 그대로 포함합니다. KarmaConfig에는 보스 설정도 있으나 현재 생성기 출력에서는 이 관계가 누락되어 있습니다.</a:t>
            </a:r>
          </a:p>
          <a:p xmlns:a="http://schemas.openxmlformats.org/drawingml/2006/main">
            <a:r>
              <a:t>출처: Assets/K4RMA/Runtime/Configuration/KarmaConfig.cs, KarmaTechniqueTuning.cs, KarmaArtworkSettings.cs, KarmaSpriteLibrary.cs</a:t>
            </a:r>
          </a:p>
          <a:p xmlns:a="http://schemas.openxmlformats.org/drawingml/2006/main">
            <a:r>
              <a:t/>
            </a:r>
          </a:p>
          <a:p xmlns:a="http://schemas.openxmlformats.org/drawingml/2006/main">
            <a:r>
              <a:t>도판 출처: Assets/ClassDiagramGeneratorOutput/ActualGenerator/01-game.png. 클래스 상자 또는 기존 관계 영역을 잘라 확대했습니다. 원본 클래스와 관계를 새로 그리지 않았습니다. 원본 파서는 일부 메서드와 관계를 누락하므로 역할 설명은 실제 소스 코드에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보충 자료. 화면 표시 구조를 질문받았을 때 사용합니다. KarmaHUD는 KarmaGame 상태를 읽고 화면을 그리며 버튼 조작을 전달합니다. 플레이어와 수호자는 KarmaCharacterAnimator를 참조해 포즈를 요청합니다. KarmaCombatVFX와 KarmaRemnantVFX는 전투와 고유화 효과를 표시합니다. 실제 피해 판정은 앞서 설명한 전투 코드가 담당합니다.</a:t>
            </a:r>
          </a:p>
          <a:p xmlns:a="http://schemas.openxmlformats.org/drawingml/2006/main">
            <a:r>
              <a:t>출처: Assets/K4RMA/Runtime/UI/KarmaHUD.cs, KarmaHUD.Screens.cs, Presentation/KarmaCharacterAnimator.cs, KarmaCombatVFX.cs, KarmaRemnantVFX.cs</a:t>
            </a:r>
          </a:p>
          <a:p xmlns:a="http://schemas.openxmlformats.org/drawingml/2006/main">
            <a:r>
              <a:t/>
            </a:r>
          </a:p>
          <a:p xmlns:a="http://schemas.openxmlformats.org/drawingml/2006/main">
            <a:r>
              <a:t>도판 출처: Assets/ClassDiagramGeneratorOutput/ActualGenerator/01-game.png. 클래스 상자 또는 기존 관계 영역을 잘라 확대했습니다. 원본 클래스와 관계를 새로 그리지 않았습니다. 원본 파서는 일부 메서드와 관계를 누락하므로 역할 설명은 실제 소스 코드에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보충 슬라이드입니다.</a:t>
            </a:r>
          </a:p>
          <a:p xmlns:a="http://schemas.openxmlformats.org/drawingml/2006/main">
            <a:r>
              <a:t>보스는 어떻게 플레이어를 따라가나요?</a:t>
            </a:r>
          </a:p>
          <a:p xmlns:a="http://schemas.openxmlformats.org/drawingml/2006/main">
            <a:r>
              <a:t>Update에서 x좌표 차이를 구하고, 타입별 기준 거리보다 멀면 접근합니다.</a:t>
            </a:r>
          </a:p>
          <a:p xmlns:a="http://schemas.openxmlformats.org/drawingml/2006/main">
            <a:r>
              <a:t/>
            </a:r>
          </a:p>
          <a:p xmlns:a="http://schemas.openxmlformats.org/drawingml/2006/main">
            <a:r>
              <a:t>이동에 물리나 길 찾기를 사용했나요?</a:t>
            </a:r>
          </a:p>
          <a:p xmlns:a="http://schemas.openxmlformats.org/drawingml/2006/main">
            <a:r>
              <a:t>좌표를 직접 제어합니다. 일반 이동은 Move, 도약과 돌진은 Motion입니다.</a:t>
            </a:r>
          </a:p>
          <a:p xmlns:a="http://schemas.openxmlformats.org/drawingml/2006/main">
            <a:r>
              <a:t/>
            </a:r>
          </a:p>
          <a:p xmlns:a="http://schemas.openxmlformats.org/drawingml/2006/main">
            <a:r>
              <a:t>공격은 무작위로 선택하나요?</a:t>
            </a:r>
          </a:p>
          <a:p xmlns:a="http://schemas.openxmlformats.org/drawingml/2006/main">
            <a:r>
              <a:t>계승 패턴 목록을 순환하면서 CanSelect의 조건을 만족하는 후보를 고릅니다.</a:t>
            </a:r>
          </a:p>
          <a:p xmlns:a="http://schemas.openxmlformats.org/drawingml/2006/main">
            <a:r>
              <a:t/>
            </a:r>
          </a:p>
          <a:p xmlns:a="http://schemas.openxmlformats.org/drawingml/2006/main">
            <a:r>
              <a:t>빠른 공격이 플레이어를 통과하면요?</a:t>
            </a:r>
          </a:p>
          <a:p xmlns:a="http://schemas.openxmlformats.org/drawingml/2006/main">
            <a:r>
              <a:t>시작점과 끝점 사이의 경로를 SweptBox로 검사합니다.</a:t>
            </a:r>
          </a:p>
          <a:p xmlns:a="http://schemas.openxmlformats.org/drawingml/2006/main">
            <a:r>
              <a:t/>
            </a:r>
          </a:p>
          <a:p xmlns:a="http://schemas.openxmlformats.org/drawingml/2006/main">
            <a:r>
              <a:t>체력이 줄면 무엇이 바뀌나요?</a:t>
            </a:r>
          </a:p>
          <a:p xmlns:a="http://schemas.openxmlformats.org/drawingml/2006/main">
            <a:r>
              <a:t>현재 체력 50% 이하에서 전조와 회복 간격이 짧아지고 일부 연계가 추가됩니다.</a:t>
            </a:r>
          </a:p>
          <a:p xmlns:a="http://schemas.openxmlformats.org/drawingml/2006/main">
            <a:r>
              <a:t/>
            </a:r>
          </a:p>
          <a:p xmlns:a="http://schemas.openxmlformats.org/drawingml/2006/main">
            <a:r>
              <a:t>보스가 죽어도 공격이 남지 않나요?</a:t>
            </a:r>
          </a:p>
          <a:p xmlns:a="http://schemas.openxmlformats.org/drawingml/2006/main">
            <a:r>
              <a:t>CancelCombat과 InterruptPattern에서 코루틴과 공격 객체를 정리합니다.</a:t>
            </a:r>
          </a:p>
          <a:p xmlns:a="http://schemas.openxmlformats.org/drawingml/2006/main">
            <a:r>
              <a:t/>
            </a:r>
          </a:p>
          <a:p xmlns:a="http://schemas.openxmlformats.org/drawingml/2006/main">
            <a:r>
              <a:t>추가 답변: 보스 스크립트는 검기형·상승형·방어형 하위 클래스로 상속하지 않고 하나의 KarmaEnemy partial 클래스에서 분할합니다. PrimaryType과 패턴 목록이 차이를 만듭니다.</a:t>
            </a:r>
          </a:p>
          <a:p xmlns:a="http://schemas.openxmlformats.org/drawingml/2006/main">
            <a:r>
              <a:t>패턴 중복 실행 방지는 running 플래그와 RunPattern 코루틴이 맡습니다.</a:t>
            </a:r>
          </a:p>
          <a:p xmlns:a="http://schemas.openxmlformats.org/drawingml/2006/main">
            <a:r>
              <a:t>일시정지는 시간을 멈추고, 사망이나 타이틀 복귀는 패턴을 중단하고 객체를 정리합니다.</a:t>
            </a:r>
          </a:p>
          <a:p xmlns:a="http://schemas.openxmlformats.org/drawingml/2006/main">
            <a:r>
              <a:t>상위 패턴의20초는 첫 해금 시점이 아니라 해당 전투에서 처음 사용할 수 있는 전투 시간과 재사용 간격입니다. 세 기술 계승으로 목록에 들어 있어야 합니다.</a:t>
            </a:r>
          </a:p>
          <a:p xmlns:a="http://schemas.openxmlformats.org/drawingml/2006/main">
            <a:r>
              <a:t>수치는 KarmaConfig.asset 기준이며 Inspector에서 바꿀 수 있습니다.</a:t>
            </a:r>
          </a:p>
          <a:p xmlns:a="http://schemas.openxmlformats.org/drawingml/2006/main">
            <a:r>
              <a:t>출처: Assets/K4RMA/Runtime/Enemies/KarmaEnemy.cs, KarmaEnemy.StateMachine.cs, KarmaEnemy.Presentation.cs, KarmaEnemy.Combat.cs, Core/KarmaPatternCatalog.cs, Core/KarmaBossRules.cs, Settings/KarmaConfig.asset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2f4d3e0d3946a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862522d18ad436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c3582aca6bd4b0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bd498baf5384ff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97b1366709a43e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7c83bff392041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74DF16-F1BC-4968-8FAA-4EFDEE843AE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BB3A5FD-21A5-49E6-915F-3EC1725DA61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7EC2206-4FB6-4785-B6FB-6E1499BEF5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C3E587-5057-4ADB-B9C7-BB72D8D75B3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D6D5BCD-D543-4486-811B-670892E92A5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8812A5D-9A6E-40AB-8FD8-CAFF4CCBA9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C5F69C3-BDD4-49A3-8707-5FE05AA82CE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BEDD092-4D98-44A9-ADE8-58D121E8B11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DE04FF-6117-48BB-9D19-2BFF338E16C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06ED14-ADF4-4D48-AFA2-2CE6ABD3B47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c76c354ef045cd" /><Relationship Type="http://schemas.openxmlformats.org/officeDocument/2006/relationships/slideLayout" Target="/ppt/slideLayouts/slideLayout1.xml" Id="R962555cd562647d6" /><Relationship Type="http://schemas.openxmlformats.org/officeDocument/2006/relationships/slideLayout" Target="/ppt/slideLayouts/slideLayout2.xml" Id="R5660b22117194bb7" /><Relationship Type="http://schemas.openxmlformats.org/officeDocument/2006/relationships/slideLayout" Target="/ppt/slideLayouts/slideLayout3.xml" Id="R83a508d145964ead" /><Relationship Type="http://schemas.openxmlformats.org/officeDocument/2006/relationships/slideLayout" Target="/ppt/slideLayouts/slideLayout4.xml" Id="Re1efed5e1d334485" /><Relationship Type="http://schemas.openxmlformats.org/officeDocument/2006/relationships/slideLayout" Target="/ppt/slideLayouts/slideLayout5.xml" Id="Rdbd121bb3b2b4f7d" /><Relationship Type="http://schemas.openxmlformats.org/officeDocument/2006/relationships/slideLayout" Target="/ppt/slideLayouts/slideLayout6.xml" Id="Rd4cdeb0c54ac486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2555cd562647d6"/>
    <p:sldLayoutId xmlns:r="http://schemas.openxmlformats.org/officeDocument/2006/relationships" id="2147483650" r:id="R5660b22117194bb7"/>
    <p:sldLayoutId xmlns:r="http://schemas.openxmlformats.org/officeDocument/2006/relationships" id="2147483651" r:id="R83a508d145964ead"/>
    <p:sldLayoutId xmlns:r="http://schemas.openxmlformats.org/officeDocument/2006/relationships" id="2147483652" r:id="Re1efed5e1d334485"/>
    <p:sldLayoutId xmlns:r="http://schemas.openxmlformats.org/officeDocument/2006/relationships" id="2147483653" r:id="Rdbd121bb3b2b4f7d"/>
    <p:sldLayoutId xmlns:r="http://schemas.openxmlformats.org/officeDocument/2006/relationships" id="2147483654" r:id="Rd4cdeb0c54ac486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3831242df12497c" /><Relationship Type="http://schemas.openxmlformats.org/officeDocument/2006/relationships/image" Target="/ppt/media/image.png" Id="R92555d51b8204800" /><Relationship Type="http://schemas.openxmlformats.org/officeDocument/2006/relationships/image" Target="/ppt/media/image2.png" Id="R1e45e7fb9e334df2" /><Relationship Type="http://schemas.openxmlformats.org/officeDocument/2006/relationships/image" Target="/ppt/media/image3.png" Id="Rd91c45ca49874ee2" /><Relationship Type="http://schemas.openxmlformats.org/officeDocument/2006/relationships/image" Target="/ppt/media/image4.png" Id="R2846a96916e94516" /><Relationship Type="http://schemas.openxmlformats.org/officeDocument/2006/relationships/notesSlide" Target="/ppt/notesSlides/notesSlide1.xml" Id="R5483f422cd7646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bc63cee2083452a" /><Relationship Type="http://schemas.openxmlformats.org/officeDocument/2006/relationships/image" Target="/ppt/media/image5.png" Id="Rfbe294e40c004c6f" /><Relationship Type="http://schemas.openxmlformats.org/officeDocument/2006/relationships/image" Target="/ppt/media/image6.png" Id="R2d8647dc1fbc440c" /><Relationship Type="http://schemas.openxmlformats.org/officeDocument/2006/relationships/image" Target="/ppt/media/image7.png" Id="R50989c8ca23a4290" /><Relationship Type="http://schemas.openxmlformats.org/officeDocument/2006/relationships/notesSlide" Target="/ppt/notesSlides/notesSlide2.xml" Id="R261d1d72fa1640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27f3db2317d4b99" /><Relationship Type="http://schemas.openxmlformats.org/officeDocument/2006/relationships/notesSlide" Target="/ppt/notesSlides/notesSlide3.xml" Id="R695540bf98cd423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d70a7bad5944ee8" /><Relationship Type="http://schemas.openxmlformats.org/officeDocument/2006/relationships/notesSlide" Target="/ppt/notesSlides/notesSlide4.xml" Id="R2a49cd2d0cbf4b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b0c01bb452b4793" /><Relationship Type="http://schemas.openxmlformats.org/officeDocument/2006/relationships/notesSlide" Target="/ppt/notesSlides/notesSlide5.xml" Id="Rb04e7845a7cd455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49f7a39c89b4b54" /><Relationship Type="http://schemas.openxmlformats.org/officeDocument/2006/relationships/notesSlide" Target="/ppt/notesSlides/notesSlide6.xml" Id="Rbfc5f8726ff3455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63c53438cb549c3" /><Relationship Type="http://schemas.openxmlformats.org/officeDocument/2006/relationships/image" Target="/ppt/media/image8.png" Id="Re542b658731f449e" /><Relationship Type="http://schemas.openxmlformats.org/officeDocument/2006/relationships/image" Target="/ppt/media/image9.png" Id="Re5a2bb3a14954381" /><Relationship Type="http://schemas.openxmlformats.org/officeDocument/2006/relationships/image" Target="/ppt/media/image10.png" Id="R825c8ab740bc4258" /><Relationship Type="http://schemas.openxmlformats.org/officeDocument/2006/relationships/image" Target="/ppt/media/image11.png" Id="Rc24e8a326c694869" /><Relationship Type="http://schemas.openxmlformats.org/officeDocument/2006/relationships/notesSlide" Target="/ppt/notesSlides/notesSlide7.xml" Id="R46e60d1b65e345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352e9edeb174756" /><Relationship Type="http://schemas.openxmlformats.org/officeDocument/2006/relationships/image" Target="/ppt/media/image12.png" Id="R5a9ff034f5244870" /><Relationship Type="http://schemas.openxmlformats.org/officeDocument/2006/relationships/image" Target="/ppt/media/image13.png" Id="Rfb19fb13f2b945e1" /><Relationship Type="http://schemas.openxmlformats.org/officeDocument/2006/relationships/notesSlide" Target="/ppt/notesSlides/notesSlide8.xml" Id="Rcca7f32cc46048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33392b84bad4291" /><Relationship Type="http://schemas.openxmlformats.org/officeDocument/2006/relationships/image" Target="/ppt/media/image14.png" Id="Rbdae0192ef9e4ed1" /><Relationship Type="http://schemas.openxmlformats.org/officeDocument/2006/relationships/image" Target="/ppt/media/image15.png" Id="R80702bf1a81945de" /><Relationship Type="http://schemas.openxmlformats.org/officeDocument/2006/relationships/image" Target="/ppt/media/image16.png" Id="R83d497fb9a22464a" /><Relationship Type="http://schemas.openxmlformats.org/officeDocument/2006/relationships/image" Target="/ppt/media/image17.png" Id="R368d4a07bc0c4fa3" /><Relationship Type="http://schemas.openxmlformats.org/officeDocument/2006/relationships/notesSlide" Target="/ppt/notesSlides/notesSlide9.xml" Id="R3f61bfca76344e1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ae5f85039064083" /><Relationship Type="http://schemas.openxmlformats.org/officeDocument/2006/relationships/notesSlide" Target="/ppt/notesSlides/notesSlide10.xml" Id="Rd5f6c8cae6cd426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a:extLst xmlns:a="http://schemas.openxmlformats.org/drawingml/2006/main">
              <a:ext uri="{FF2B5EF4-FFF2-40B4-BE49-F238E27FC236}">
                <a16:creationId xmlns:a16="http://schemas.microsoft.com/office/drawing/2014/main" id="{16B8F012-8437-405B-9EE5-C85102F488A6}"/>
              </a:ext>
            </a:extLst>
          </p:cNvPr>
          <p:cNvSpPr>
            <a:spLocks xmlns:a="http://schemas.openxmlformats.org/drawingml/2006/main" noGrp="1"/>
          </p:cNvSpPr>
          <p:nvPr/>
        </p:nvSpPr>
        <p:spPr>
          <a:xfrm xmlns:a="http://schemas.openxmlformats.org/drawingml/2006/main">
            <a:off x="609600" y="3619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b="1">
                <a:solidFill>
                  <a:srgbClr val="18283D"/>
                </a:solidFill>
                <a:latin typeface="Apple SD Gothic Neo"/>
                <a:ea typeface="Apple SD Gothic Neo"/>
                <a:cs typeface="Apple SD Gothic Neo"/>
              </a:defRPr>
            </a:defPPr>
            <a:lvl1pPr algn="l">
              <a:buNone/>
              <a:defRPr sz="3000" b="1">
                <a:solidFill>
                  <a:srgbClr val="18283D"/>
                </a:solidFill>
                <a:latin typeface="Apple SD Gothic Neo"/>
                <a:ea typeface="Apple SD Gothic Neo"/>
                <a:cs typeface="Apple SD Gothic Neo"/>
              </a:defRPr>
            </a:lvl1pPr>
            <a:lvl2pPr algn="l">
              <a:buNone/>
              <a:defRPr sz="3000" b="1">
                <a:solidFill>
                  <a:srgbClr val="18283D"/>
                </a:solidFill>
                <a:latin typeface="Apple SD Gothic Neo"/>
                <a:ea typeface="Apple SD Gothic Neo"/>
                <a:cs typeface="Apple SD Gothic Neo"/>
              </a:defRPr>
            </a:lvl2pPr>
            <a:lvl3pPr algn="l">
              <a:buNone/>
              <a:defRPr sz="3000" b="1">
                <a:solidFill>
                  <a:srgbClr val="18283D"/>
                </a:solidFill>
                <a:latin typeface="Apple SD Gothic Neo"/>
                <a:ea typeface="Apple SD Gothic Neo"/>
                <a:cs typeface="Apple SD Gothic Neo"/>
              </a:defRPr>
            </a:lvl3pPr>
            <a:lvl4pPr algn="l">
              <a:buNone/>
              <a:defRPr sz="3000" b="1">
                <a:solidFill>
                  <a:srgbClr val="18283D"/>
                </a:solidFill>
                <a:latin typeface="Apple SD Gothic Neo"/>
                <a:ea typeface="Apple SD Gothic Neo"/>
                <a:cs typeface="Apple SD Gothic Neo"/>
              </a:defRPr>
            </a:lvl4pPr>
            <a:lvl5pPr algn="l">
              <a:buNone/>
              <a:defRPr sz="3000" b="1">
                <a:solidFill>
                  <a:srgbClr val="18283D"/>
                </a:solidFill>
                <a:latin typeface="Apple SD Gothic Neo"/>
                <a:ea typeface="Apple SD Gothic Neo"/>
                <a:cs typeface="Apple SD Gothic Neo"/>
              </a:defRPr>
            </a:lvl5pPr>
            <a:lvl6pPr algn="l">
              <a:buNone/>
              <a:defRPr sz="3000" b="1">
                <a:solidFill>
                  <a:srgbClr val="18283D"/>
                </a:solidFill>
                <a:latin typeface="Apple SD Gothic Neo"/>
                <a:ea typeface="Apple SD Gothic Neo"/>
                <a:cs typeface="Apple SD Gothic Neo"/>
              </a:defRPr>
            </a:lvl6pPr>
            <a:lvl7pPr algn="l">
              <a:buNone/>
              <a:defRPr sz="3000" b="1">
                <a:solidFill>
                  <a:srgbClr val="18283D"/>
                </a:solidFill>
                <a:latin typeface="Apple SD Gothic Neo"/>
                <a:ea typeface="Apple SD Gothic Neo"/>
                <a:cs typeface="Apple SD Gothic Neo"/>
              </a:defRPr>
            </a:lvl7pPr>
            <a:lvl8pPr algn="l">
              <a:buNone/>
              <a:defRPr sz="3000" b="1">
                <a:solidFill>
                  <a:srgbClr val="18283D"/>
                </a:solidFill>
                <a:latin typeface="Apple SD Gothic Neo"/>
                <a:ea typeface="Apple SD Gothic Neo"/>
                <a:cs typeface="Apple SD Gothic Neo"/>
              </a:defRPr>
            </a:lvl8pPr>
            <a:lvl9pPr algn="l">
              <a:buNone/>
              <a:defRPr sz="3000" b="1">
                <a:solidFill>
                  <a:srgbClr val="18283D"/>
                </a:solidFill>
                <a:latin typeface="Apple SD Gothic Neo"/>
                <a:ea typeface="Apple SD Gothic Neo"/>
                <a:cs typeface="Apple SD Gothic Neo"/>
              </a:defRPr>
            </a:lvl9pPr>
          </a:lstStyle>
          <a:p xmlns:a="http://schemas.openxmlformats.org/drawingml/2006/main">
            <a:pPr algn="l">
              <a:buNone/>
              <a:defRPr sz="3000" b="1">
                <a:solidFill>
                  <a:srgbClr val="18283D"/>
                </a:solidFill>
                <a:latin typeface="Apple SD Gothic Neo"/>
                <a:ea typeface="Apple SD Gothic Neo"/>
                <a:cs typeface="Apple SD Gothic Neo"/>
              </a:defRPr>
            </a:pPr>
            <a:r>
              <a:rPr sz="3000" b="1">
                <a:solidFill>
                  <a:srgbClr val="18283D"/>
                </a:solidFill>
                <a:latin typeface="Apple SD Gothic Neo"/>
                <a:ea typeface="Apple SD Gothic Neo"/>
                <a:cs typeface="Apple SD Gothic Neo"/>
              </a:rPr>
              <a:t>게임 진행과 전투 객체</a:t>
            </a:r>
          </a:p>
        </p:txBody>
      </p:sp>
      <p:sp>
        <p:nvSpPr>
          <p:cNvPr id="2" name="subtitle">
            <a:extLst xmlns:a="http://schemas.openxmlformats.org/drawingml/2006/main">
              <a:ext uri="{FF2B5EF4-FFF2-40B4-BE49-F238E27FC236}">
                <a16:creationId xmlns:a16="http://schemas.microsoft.com/office/drawing/2014/main" id="{73FF5842-B976-4468-9E4F-D6FEFE5FB43B}"/>
              </a:ext>
            </a:extLst>
          </p:cNvPr>
          <p:cNvSpPr>
            <a:spLocks xmlns:a="http://schemas.openxmlformats.org/drawingml/2006/main" noGrp="1"/>
          </p:cNvSpPr>
          <p:nvPr/>
        </p:nvSpPr>
        <p:spPr>
          <a:xfrm xmlns:a="http://schemas.openxmlformats.org/drawingml/2006/main">
            <a:off x="609600" y="102870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526075"/>
                </a:solidFill>
                <a:latin typeface="Apple SD Gothic Neo"/>
                <a:ea typeface="Apple SD Gothic Neo"/>
                <a:cs typeface="Apple SD Gothic Neo"/>
              </a:defRPr>
            </a:defPPr>
            <a:lvl1pPr algn="l">
              <a:buNone/>
              <a:defRPr sz="1725" b="0">
                <a:solidFill>
                  <a:srgbClr val="526075"/>
                </a:solidFill>
                <a:latin typeface="Apple SD Gothic Neo"/>
                <a:ea typeface="Apple SD Gothic Neo"/>
                <a:cs typeface="Apple SD Gothic Neo"/>
              </a:defRPr>
            </a:lvl1pPr>
            <a:lvl2pPr algn="l">
              <a:buNone/>
              <a:defRPr sz="1725" b="0">
                <a:solidFill>
                  <a:srgbClr val="526075"/>
                </a:solidFill>
                <a:latin typeface="Apple SD Gothic Neo"/>
                <a:ea typeface="Apple SD Gothic Neo"/>
                <a:cs typeface="Apple SD Gothic Neo"/>
              </a:defRPr>
            </a:lvl2pPr>
            <a:lvl3pPr algn="l">
              <a:buNone/>
              <a:defRPr sz="1725" b="0">
                <a:solidFill>
                  <a:srgbClr val="526075"/>
                </a:solidFill>
                <a:latin typeface="Apple SD Gothic Neo"/>
                <a:ea typeface="Apple SD Gothic Neo"/>
                <a:cs typeface="Apple SD Gothic Neo"/>
              </a:defRPr>
            </a:lvl3pPr>
            <a:lvl4pPr algn="l">
              <a:buNone/>
              <a:defRPr sz="1725" b="0">
                <a:solidFill>
                  <a:srgbClr val="526075"/>
                </a:solidFill>
                <a:latin typeface="Apple SD Gothic Neo"/>
                <a:ea typeface="Apple SD Gothic Neo"/>
                <a:cs typeface="Apple SD Gothic Neo"/>
              </a:defRPr>
            </a:lvl4pPr>
            <a:lvl5pPr algn="l">
              <a:buNone/>
              <a:defRPr sz="1725" b="0">
                <a:solidFill>
                  <a:srgbClr val="526075"/>
                </a:solidFill>
                <a:latin typeface="Apple SD Gothic Neo"/>
                <a:ea typeface="Apple SD Gothic Neo"/>
                <a:cs typeface="Apple SD Gothic Neo"/>
              </a:defRPr>
            </a:lvl5pPr>
            <a:lvl6pPr algn="l">
              <a:buNone/>
              <a:defRPr sz="1725" b="0">
                <a:solidFill>
                  <a:srgbClr val="526075"/>
                </a:solidFill>
                <a:latin typeface="Apple SD Gothic Neo"/>
                <a:ea typeface="Apple SD Gothic Neo"/>
                <a:cs typeface="Apple SD Gothic Neo"/>
              </a:defRPr>
            </a:lvl6pPr>
            <a:lvl7pPr algn="l">
              <a:buNone/>
              <a:defRPr sz="1725" b="0">
                <a:solidFill>
                  <a:srgbClr val="526075"/>
                </a:solidFill>
                <a:latin typeface="Apple SD Gothic Neo"/>
                <a:ea typeface="Apple SD Gothic Neo"/>
                <a:cs typeface="Apple SD Gothic Neo"/>
              </a:defRPr>
            </a:lvl7pPr>
            <a:lvl8pPr algn="l">
              <a:buNone/>
              <a:defRPr sz="1725" b="0">
                <a:solidFill>
                  <a:srgbClr val="526075"/>
                </a:solidFill>
                <a:latin typeface="Apple SD Gothic Neo"/>
                <a:ea typeface="Apple SD Gothic Neo"/>
                <a:cs typeface="Apple SD Gothic Neo"/>
              </a:defRPr>
            </a:lvl8pPr>
            <a:lvl9pPr algn="l">
              <a:buNone/>
              <a:defRPr sz="1725" b="0">
                <a:solidFill>
                  <a:srgbClr val="526075"/>
                </a:solidFill>
                <a:latin typeface="Apple SD Gothic Neo"/>
                <a:ea typeface="Apple SD Gothic Neo"/>
                <a:cs typeface="Apple SD Gothic Neo"/>
              </a:defRPr>
            </a:lvl9pPr>
          </a:lstStyle>
          <a:p xmlns:a="http://schemas.openxmlformats.org/drawingml/2006/main">
            <a:pPr algn="l">
              <a:buNone/>
              <a:defRPr sz="1725" b="0">
                <a:solidFill>
                  <a:srgbClr val="526075"/>
                </a:solidFill>
                <a:latin typeface="Apple SD Gothic Neo"/>
                <a:ea typeface="Apple SD Gothic Neo"/>
                <a:cs typeface="Apple SD Gothic Neo"/>
              </a:defRPr>
            </a:pPr>
            <a:r>
              <a:rPr sz="1725" b="0">
                <a:solidFill>
                  <a:srgbClr val="526075"/>
                </a:solidFill>
                <a:latin typeface="Apple SD Gothic Neo"/>
                <a:ea typeface="Apple SD Gothic Neo"/>
                <a:cs typeface="Apple SD Gothic Neo"/>
              </a:rPr>
              <a:t>게임 흐름은 KarmaGame이 관리하고, 캐릭터는 각자의 행동을 처리한다</a:t>
            </a:r>
          </a:p>
        </p:txBody>
      </p:sp>
      <p:pic>
        <p:nvPicPr>
          <p:cNvPr id="3" name="">
            <a:extLst xmlns:a="http://schemas.openxmlformats.org/drawingml/2006/main">
              <a:ext uri="{FF2B5EF4-FFF2-40B4-BE49-F238E27FC236}">
                <a16:creationId xmlns:a16="http://schemas.microsoft.com/office/drawing/2014/main" id="{D75E0516-D7FB-4AEA-B2F8-41ED8FB4FFF9}"/>
              </a:ext>
            </a:extLst>
          </p:cNvPr>
          <p:cNvPicPr>
            <a:picLocks xmlns:a="http://schemas.openxmlformats.org/drawingml/2006/main" noChangeAspect="1"/>
          </p:cNvPicPr>
          <p:nvPr/>
        </p:nvPicPr>
        <p:blipFill>
          <a:blip xmlns:r="http://schemas.openxmlformats.org/officeDocument/2006/relationships" xmlns:a="http://schemas.openxmlformats.org/drawingml/2006/main" r:embed="R92555d51b8204800"/>
          <a:stretch xmlns:a="http://schemas.openxmlformats.org/drawingml/2006/main"/>
        </p:blipFill>
        <p:spPr>
          <a:xfrm xmlns:a="http://schemas.openxmlformats.org/drawingml/2006/main">
            <a:off x="1755556" y="1771650"/>
            <a:ext cx="1708588" cy="971550"/>
          </a:xfrm>
          <a:prstGeom xmlns:a="http://schemas.openxmlformats.org/drawingml/2006/main" prst="rect">
            <a:avLst/>
          </a:prstGeom>
        </p:spPr>
      </p:pic>
      <p:sp>
        <p:nvSpPr>
          <p:cNvPr id="4" name="KarmaGame-role">
            <a:extLst xmlns:a="http://schemas.openxmlformats.org/drawingml/2006/main">
              <a:ext uri="{FF2B5EF4-FFF2-40B4-BE49-F238E27FC236}">
                <a16:creationId xmlns:a16="http://schemas.microsoft.com/office/drawing/2014/main" id="{60EAE089-8ED2-4459-B361-6C16E9F1A1F6}"/>
              </a:ext>
            </a:extLst>
          </p:cNvPr>
          <p:cNvSpPr>
            <a:spLocks xmlns:a="http://schemas.openxmlformats.org/drawingml/2006/main" noGrp="1"/>
          </p:cNvSpPr>
          <p:nvPr/>
        </p:nvSpPr>
        <p:spPr>
          <a:xfrm xmlns:a="http://schemas.openxmlformats.org/drawingml/2006/main">
            <a:off x="5143500" y="1819275"/>
            <a:ext cx="628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1">
                <a:solidFill>
                  <a:srgbClr val="263348"/>
                </a:solidFill>
                <a:latin typeface="Apple SD Gothic Neo"/>
                <a:ea typeface="Apple SD Gothic Neo"/>
                <a:cs typeface="Apple SD Gothic Neo"/>
              </a:defRPr>
            </a:defPPr>
            <a:lvl1pPr algn="l">
              <a:buNone/>
              <a:defRPr sz="2025" b="1">
                <a:solidFill>
                  <a:srgbClr val="263348"/>
                </a:solidFill>
                <a:latin typeface="Apple SD Gothic Neo"/>
                <a:ea typeface="Apple SD Gothic Neo"/>
                <a:cs typeface="Apple SD Gothic Neo"/>
              </a:defRPr>
            </a:lvl1pPr>
            <a:lvl2pPr algn="l">
              <a:buNone/>
              <a:defRPr sz="2025" b="1">
                <a:solidFill>
                  <a:srgbClr val="263348"/>
                </a:solidFill>
                <a:latin typeface="Apple SD Gothic Neo"/>
                <a:ea typeface="Apple SD Gothic Neo"/>
                <a:cs typeface="Apple SD Gothic Neo"/>
              </a:defRPr>
            </a:lvl2pPr>
            <a:lvl3pPr algn="l">
              <a:buNone/>
              <a:defRPr sz="2025" b="1">
                <a:solidFill>
                  <a:srgbClr val="263348"/>
                </a:solidFill>
                <a:latin typeface="Apple SD Gothic Neo"/>
                <a:ea typeface="Apple SD Gothic Neo"/>
                <a:cs typeface="Apple SD Gothic Neo"/>
              </a:defRPr>
            </a:lvl3pPr>
            <a:lvl4pPr algn="l">
              <a:buNone/>
              <a:defRPr sz="2025" b="1">
                <a:solidFill>
                  <a:srgbClr val="263348"/>
                </a:solidFill>
                <a:latin typeface="Apple SD Gothic Neo"/>
                <a:ea typeface="Apple SD Gothic Neo"/>
                <a:cs typeface="Apple SD Gothic Neo"/>
              </a:defRPr>
            </a:lvl4pPr>
            <a:lvl5pPr algn="l">
              <a:buNone/>
              <a:defRPr sz="2025" b="1">
                <a:solidFill>
                  <a:srgbClr val="263348"/>
                </a:solidFill>
                <a:latin typeface="Apple SD Gothic Neo"/>
                <a:ea typeface="Apple SD Gothic Neo"/>
                <a:cs typeface="Apple SD Gothic Neo"/>
              </a:defRPr>
            </a:lvl5pPr>
            <a:lvl6pPr algn="l">
              <a:buNone/>
              <a:defRPr sz="2025" b="1">
                <a:solidFill>
                  <a:srgbClr val="263348"/>
                </a:solidFill>
                <a:latin typeface="Apple SD Gothic Neo"/>
                <a:ea typeface="Apple SD Gothic Neo"/>
                <a:cs typeface="Apple SD Gothic Neo"/>
              </a:defRPr>
            </a:lvl6pPr>
            <a:lvl7pPr algn="l">
              <a:buNone/>
              <a:defRPr sz="2025" b="1">
                <a:solidFill>
                  <a:srgbClr val="263348"/>
                </a:solidFill>
                <a:latin typeface="Apple SD Gothic Neo"/>
                <a:ea typeface="Apple SD Gothic Neo"/>
                <a:cs typeface="Apple SD Gothic Neo"/>
              </a:defRPr>
            </a:lvl7pPr>
            <a:lvl8pPr algn="l">
              <a:buNone/>
              <a:defRPr sz="2025" b="1">
                <a:solidFill>
                  <a:srgbClr val="263348"/>
                </a:solidFill>
                <a:latin typeface="Apple SD Gothic Neo"/>
                <a:ea typeface="Apple SD Gothic Neo"/>
                <a:cs typeface="Apple SD Gothic Neo"/>
              </a:defRPr>
            </a:lvl8pPr>
            <a:lvl9pPr algn="l">
              <a:buNone/>
              <a:defRPr sz="2025" b="1">
                <a:solidFill>
                  <a:srgbClr val="263348"/>
                </a:solidFill>
                <a:latin typeface="Apple SD Gothic Neo"/>
                <a:ea typeface="Apple SD Gothic Neo"/>
                <a:cs typeface="Apple SD Gothic Neo"/>
              </a:defRPr>
            </a:lvl9pPr>
          </a:lstStyle>
          <a:p xmlns:a="http://schemas.openxmlformats.org/drawingml/2006/main">
            <a:pPr algn="l">
              <a:buNone/>
              <a:defRPr sz="2025" b="1">
                <a:solidFill>
                  <a:srgbClr val="263348"/>
                </a:solidFill>
                <a:latin typeface="Apple SD Gothic Neo"/>
                <a:ea typeface="Apple SD Gothic Neo"/>
                <a:cs typeface="Apple SD Gothic Neo"/>
              </a:defRPr>
            </a:pPr>
            <a:r>
              <a:rPr sz="2025" b="1">
                <a:solidFill>
                  <a:srgbClr val="263348"/>
                </a:solidFill>
                <a:latin typeface="Apple SD Gothic Neo"/>
                <a:ea typeface="Apple SD Gothic Neo"/>
                <a:cs typeface="Apple SD Gothic Neo"/>
              </a:rPr>
              <a:t>진행 상태와 스테이지 관리</a:t>
            </a:r>
          </a:p>
        </p:txBody>
      </p:sp>
      <p:sp>
        <p:nvSpPr>
          <p:cNvPr id="5" name="KarmaGame-body">
            <a:extLst xmlns:a="http://schemas.openxmlformats.org/drawingml/2006/main">
              <a:ext uri="{FF2B5EF4-FFF2-40B4-BE49-F238E27FC236}">
                <a16:creationId xmlns:a16="http://schemas.microsoft.com/office/drawing/2014/main" id="{2246769F-C928-42BE-907A-2DEC214C910E}"/>
              </a:ext>
            </a:extLst>
          </p:cNvPr>
          <p:cNvSpPr>
            <a:spLocks xmlns:a="http://schemas.openxmlformats.org/drawingml/2006/main" noGrp="1"/>
          </p:cNvSpPr>
          <p:nvPr/>
        </p:nvSpPr>
        <p:spPr>
          <a:xfrm xmlns:a="http://schemas.openxmlformats.org/drawingml/2006/main">
            <a:off x="5143500" y="2238375"/>
            <a:ext cx="628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465368"/>
                </a:solidFill>
                <a:latin typeface="Apple SD Gothic Neo"/>
                <a:ea typeface="Apple SD Gothic Neo"/>
                <a:cs typeface="Apple SD Gothic Neo"/>
              </a:defRPr>
            </a:defPPr>
            <a:lvl1pPr algn="l">
              <a:buNone/>
              <a:defRPr sz="1725" b="0">
                <a:solidFill>
                  <a:srgbClr val="465368"/>
                </a:solidFill>
                <a:latin typeface="Apple SD Gothic Neo"/>
                <a:ea typeface="Apple SD Gothic Neo"/>
                <a:cs typeface="Apple SD Gothic Neo"/>
              </a:defRPr>
            </a:lvl1pPr>
            <a:lvl2pPr algn="l">
              <a:buNone/>
              <a:defRPr sz="1725" b="0">
                <a:solidFill>
                  <a:srgbClr val="465368"/>
                </a:solidFill>
                <a:latin typeface="Apple SD Gothic Neo"/>
                <a:ea typeface="Apple SD Gothic Neo"/>
                <a:cs typeface="Apple SD Gothic Neo"/>
              </a:defRPr>
            </a:lvl2pPr>
            <a:lvl3pPr algn="l">
              <a:buNone/>
              <a:defRPr sz="1725" b="0">
                <a:solidFill>
                  <a:srgbClr val="465368"/>
                </a:solidFill>
                <a:latin typeface="Apple SD Gothic Neo"/>
                <a:ea typeface="Apple SD Gothic Neo"/>
                <a:cs typeface="Apple SD Gothic Neo"/>
              </a:defRPr>
            </a:lvl3pPr>
            <a:lvl4pPr algn="l">
              <a:buNone/>
              <a:defRPr sz="1725" b="0">
                <a:solidFill>
                  <a:srgbClr val="465368"/>
                </a:solidFill>
                <a:latin typeface="Apple SD Gothic Neo"/>
                <a:ea typeface="Apple SD Gothic Neo"/>
                <a:cs typeface="Apple SD Gothic Neo"/>
              </a:defRPr>
            </a:lvl4pPr>
            <a:lvl5pPr algn="l">
              <a:buNone/>
              <a:defRPr sz="1725" b="0">
                <a:solidFill>
                  <a:srgbClr val="465368"/>
                </a:solidFill>
                <a:latin typeface="Apple SD Gothic Neo"/>
                <a:ea typeface="Apple SD Gothic Neo"/>
                <a:cs typeface="Apple SD Gothic Neo"/>
              </a:defRPr>
            </a:lvl5pPr>
            <a:lvl6pPr algn="l">
              <a:buNone/>
              <a:defRPr sz="1725" b="0">
                <a:solidFill>
                  <a:srgbClr val="465368"/>
                </a:solidFill>
                <a:latin typeface="Apple SD Gothic Neo"/>
                <a:ea typeface="Apple SD Gothic Neo"/>
                <a:cs typeface="Apple SD Gothic Neo"/>
              </a:defRPr>
            </a:lvl6pPr>
            <a:lvl7pPr algn="l">
              <a:buNone/>
              <a:defRPr sz="1725" b="0">
                <a:solidFill>
                  <a:srgbClr val="465368"/>
                </a:solidFill>
                <a:latin typeface="Apple SD Gothic Neo"/>
                <a:ea typeface="Apple SD Gothic Neo"/>
                <a:cs typeface="Apple SD Gothic Neo"/>
              </a:defRPr>
            </a:lvl7pPr>
            <a:lvl8pPr algn="l">
              <a:buNone/>
              <a:defRPr sz="1725" b="0">
                <a:solidFill>
                  <a:srgbClr val="465368"/>
                </a:solidFill>
                <a:latin typeface="Apple SD Gothic Neo"/>
                <a:ea typeface="Apple SD Gothic Neo"/>
                <a:cs typeface="Apple SD Gothic Neo"/>
              </a:defRPr>
            </a:lvl8pPr>
            <a:lvl9pPr algn="l">
              <a:buNone/>
              <a:defRPr sz="1725" b="0">
                <a:solidFill>
                  <a:srgbClr val="465368"/>
                </a:solidFill>
                <a:latin typeface="Apple SD Gothic Neo"/>
                <a:ea typeface="Apple SD Gothic Neo"/>
                <a:cs typeface="Apple SD Gothic Neo"/>
              </a:defRPr>
            </a:lvl9pPr>
          </a:lstStyle>
          <a:p xmlns:a="http://schemas.openxmlformats.org/drawingml/2006/main">
            <a:pPr algn="l">
              <a:buNone/>
              <a:defRPr sz="1725" b="0">
                <a:solidFill>
                  <a:srgbClr val="465368"/>
                </a:solidFill>
                <a:latin typeface="Apple SD Gothic Neo"/>
                <a:ea typeface="Apple SD Gothic Neo"/>
                <a:cs typeface="Apple SD Gothic Neo"/>
              </a:defRPr>
            </a:pPr>
            <a:r>
              <a:rPr sz="1725" b="0">
                <a:solidFill>
                  <a:srgbClr val="465368"/>
                </a:solidFill>
                <a:latin typeface="Apple SD Gothic Neo"/>
                <a:ea typeface="Apple SD Gothic Neo"/>
                <a:cs typeface="Apple SD Gothic Neo"/>
              </a:rPr>
              <a:t>플레이어와 수호자를 생성하고, 선택과 전투 종료를 처리한다</a:t>
            </a:r>
          </a:p>
        </p:txBody>
      </p:sp>
      <p:pic>
        <p:nvPicPr>
          <p:cNvPr id="6" name="">
            <a:extLst xmlns:a="http://schemas.openxmlformats.org/drawingml/2006/main">
              <a:ext uri="{FF2B5EF4-FFF2-40B4-BE49-F238E27FC236}">
                <a16:creationId xmlns:a16="http://schemas.microsoft.com/office/drawing/2014/main" id="{29239AA3-9727-4652-9125-226BF728AFC1}"/>
              </a:ext>
            </a:extLst>
          </p:cNvPr>
          <p:cNvPicPr>
            <a:picLocks xmlns:a="http://schemas.openxmlformats.org/drawingml/2006/main" noChangeAspect="1"/>
          </p:cNvPicPr>
          <p:nvPr/>
        </p:nvPicPr>
        <p:blipFill>
          <a:blip xmlns:r="http://schemas.openxmlformats.org/officeDocument/2006/relationships" xmlns:a="http://schemas.openxmlformats.org/drawingml/2006/main" r:embed="R1e45e7fb9e334df2"/>
          <a:stretch xmlns:a="http://schemas.openxmlformats.org/drawingml/2006/main"/>
        </p:blipFill>
        <p:spPr>
          <a:xfrm xmlns:a="http://schemas.openxmlformats.org/drawingml/2006/main">
            <a:off x="1756274" y="2876550"/>
            <a:ext cx="1707152" cy="971550"/>
          </a:xfrm>
          <a:prstGeom xmlns:a="http://schemas.openxmlformats.org/drawingml/2006/main" prst="rect">
            <a:avLst/>
          </a:prstGeom>
        </p:spPr>
      </p:pic>
      <p:sp>
        <p:nvSpPr>
          <p:cNvPr id="7" name="KarmaPlayer-role">
            <a:extLst xmlns:a="http://schemas.openxmlformats.org/drawingml/2006/main">
              <a:ext uri="{FF2B5EF4-FFF2-40B4-BE49-F238E27FC236}">
                <a16:creationId xmlns:a16="http://schemas.microsoft.com/office/drawing/2014/main" id="{38639B81-30BD-4A54-B806-02D873C5B09E}"/>
              </a:ext>
            </a:extLst>
          </p:cNvPr>
          <p:cNvSpPr>
            <a:spLocks xmlns:a="http://schemas.openxmlformats.org/drawingml/2006/main" noGrp="1"/>
          </p:cNvSpPr>
          <p:nvPr/>
        </p:nvSpPr>
        <p:spPr>
          <a:xfrm xmlns:a="http://schemas.openxmlformats.org/drawingml/2006/main">
            <a:off x="5143500" y="2924175"/>
            <a:ext cx="628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1">
                <a:solidFill>
                  <a:srgbClr val="263348"/>
                </a:solidFill>
                <a:latin typeface="Apple SD Gothic Neo"/>
                <a:ea typeface="Apple SD Gothic Neo"/>
                <a:cs typeface="Apple SD Gothic Neo"/>
              </a:defRPr>
            </a:defPPr>
            <a:lvl1pPr algn="l">
              <a:buNone/>
              <a:defRPr sz="2025" b="1">
                <a:solidFill>
                  <a:srgbClr val="263348"/>
                </a:solidFill>
                <a:latin typeface="Apple SD Gothic Neo"/>
                <a:ea typeface="Apple SD Gothic Neo"/>
                <a:cs typeface="Apple SD Gothic Neo"/>
              </a:defRPr>
            </a:lvl1pPr>
            <a:lvl2pPr algn="l">
              <a:buNone/>
              <a:defRPr sz="2025" b="1">
                <a:solidFill>
                  <a:srgbClr val="263348"/>
                </a:solidFill>
                <a:latin typeface="Apple SD Gothic Neo"/>
                <a:ea typeface="Apple SD Gothic Neo"/>
                <a:cs typeface="Apple SD Gothic Neo"/>
              </a:defRPr>
            </a:lvl2pPr>
            <a:lvl3pPr algn="l">
              <a:buNone/>
              <a:defRPr sz="2025" b="1">
                <a:solidFill>
                  <a:srgbClr val="263348"/>
                </a:solidFill>
                <a:latin typeface="Apple SD Gothic Neo"/>
                <a:ea typeface="Apple SD Gothic Neo"/>
                <a:cs typeface="Apple SD Gothic Neo"/>
              </a:defRPr>
            </a:lvl3pPr>
            <a:lvl4pPr algn="l">
              <a:buNone/>
              <a:defRPr sz="2025" b="1">
                <a:solidFill>
                  <a:srgbClr val="263348"/>
                </a:solidFill>
                <a:latin typeface="Apple SD Gothic Neo"/>
                <a:ea typeface="Apple SD Gothic Neo"/>
                <a:cs typeface="Apple SD Gothic Neo"/>
              </a:defRPr>
            </a:lvl4pPr>
            <a:lvl5pPr algn="l">
              <a:buNone/>
              <a:defRPr sz="2025" b="1">
                <a:solidFill>
                  <a:srgbClr val="263348"/>
                </a:solidFill>
                <a:latin typeface="Apple SD Gothic Neo"/>
                <a:ea typeface="Apple SD Gothic Neo"/>
                <a:cs typeface="Apple SD Gothic Neo"/>
              </a:defRPr>
            </a:lvl5pPr>
            <a:lvl6pPr algn="l">
              <a:buNone/>
              <a:defRPr sz="2025" b="1">
                <a:solidFill>
                  <a:srgbClr val="263348"/>
                </a:solidFill>
                <a:latin typeface="Apple SD Gothic Neo"/>
                <a:ea typeface="Apple SD Gothic Neo"/>
                <a:cs typeface="Apple SD Gothic Neo"/>
              </a:defRPr>
            </a:lvl6pPr>
            <a:lvl7pPr algn="l">
              <a:buNone/>
              <a:defRPr sz="2025" b="1">
                <a:solidFill>
                  <a:srgbClr val="263348"/>
                </a:solidFill>
                <a:latin typeface="Apple SD Gothic Neo"/>
                <a:ea typeface="Apple SD Gothic Neo"/>
                <a:cs typeface="Apple SD Gothic Neo"/>
              </a:defRPr>
            </a:lvl7pPr>
            <a:lvl8pPr algn="l">
              <a:buNone/>
              <a:defRPr sz="2025" b="1">
                <a:solidFill>
                  <a:srgbClr val="263348"/>
                </a:solidFill>
                <a:latin typeface="Apple SD Gothic Neo"/>
                <a:ea typeface="Apple SD Gothic Neo"/>
                <a:cs typeface="Apple SD Gothic Neo"/>
              </a:defRPr>
            </a:lvl8pPr>
            <a:lvl9pPr algn="l">
              <a:buNone/>
              <a:defRPr sz="2025" b="1">
                <a:solidFill>
                  <a:srgbClr val="263348"/>
                </a:solidFill>
                <a:latin typeface="Apple SD Gothic Neo"/>
                <a:ea typeface="Apple SD Gothic Neo"/>
                <a:cs typeface="Apple SD Gothic Neo"/>
              </a:defRPr>
            </a:lvl9pPr>
          </a:lstStyle>
          <a:p xmlns:a="http://schemas.openxmlformats.org/drawingml/2006/main">
            <a:pPr algn="l">
              <a:buNone/>
              <a:defRPr sz="2025" b="1">
                <a:solidFill>
                  <a:srgbClr val="263348"/>
                </a:solidFill>
                <a:latin typeface="Apple SD Gothic Neo"/>
                <a:ea typeface="Apple SD Gothic Neo"/>
                <a:cs typeface="Apple SD Gothic Neo"/>
              </a:defRPr>
            </a:pPr>
            <a:r>
              <a:rPr sz="2025" b="1">
                <a:solidFill>
                  <a:srgbClr val="263348"/>
                </a:solidFill>
                <a:latin typeface="Apple SD Gothic Neo"/>
                <a:ea typeface="Apple SD Gothic Neo"/>
                <a:cs typeface="Apple SD Gothic Neo"/>
              </a:rPr>
              <a:t>플레이어 행동</a:t>
            </a:r>
          </a:p>
        </p:txBody>
      </p:sp>
      <p:sp>
        <p:nvSpPr>
          <p:cNvPr id="8" name="KarmaPlayer-body">
            <a:extLst xmlns:a="http://schemas.openxmlformats.org/drawingml/2006/main">
              <a:ext uri="{FF2B5EF4-FFF2-40B4-BE49-F238E27FC236}">
                <a16:creationId xmlns:a16="http://schemas.microsoft.com/office/drawing/2014/main" id="{88B6E901-7508-42CC-A167-F8D570EF3424}"/>
              </a:ext>
            </a:extLst>
          </p:cNvPr>
          <p:cNvSpPr>
            <a:spLocks xmlns:a="http://schemas.openxmlformats.org/drawingml/2006/main" noGrp="1"/>
          </p:cNvSpPr>
          <p:nvPr/>
        </p:nvSpPr>
        <p:spPr>
          <a:xfrm xmlns:a="http://schemas.openxmlformats.org/drawingml/2006/main">
            <a:off x="5143500" y="3343275"/>
            <a:ext cx="628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465368"/>
                </a:solidFill>
                <a:latin typeface="Apple SD Gothic Neo"/>
                <a:ea typeface="Apple SD Gothic Neo"/>
                <a:cs typeface="Apple SD Gothic Neo"/>
              </a:defRPr>
            </a:defPPr>
            <a:lvl1pPr algn="l">
              <a:buNone/>
              <a:defRPr sz="1725" b="0">
                <a:solidFill>
                  <a:srgbClr val="465368"/>
                </a:solidFill>
                <a:latin typeface="Apple SD Gothic Neo"/>
                <a:ea typeface="Apple SD Gothic Neo"/>
                <a:cs typeface="Apple SD Gothic Neo"/>
              </a:defRPr>
            </a:lvl1pPr>
            <a:lvl2pPr algn="l">
              <a:buNone/>
              <a:defRPr sz="1725" b="0">
                <a:solidFill>
                  <a:srgbClr val="465368"/>
                </a:solidFill>
                <a:latin typeface="Apple SD Gothic Neo"/>
                <a:ea typeface="Apple SD Gothic Neo"/>
                <a:cs typeface="Apple SD Gothic Neo"/>
              </a:defRPr>
            </a:lvl2pPr>
            <a:lvl3pPr algn="l">
              <a:buNone/>
              <a:defRPr sz="1725" b="0">
                <a:solidFill>
                  <a:srgbClr val="465368"/>
                </a:solidFill>
                <a:latin typeface="Apple SD Gothic Neo"/>
                <a:ea typeface="Apple SD Gothic Neo"/>
                <a:cs typeface="Apple SD Gothic Neo"/>
              </a:defRPr>
            </a:lvl3pPr>
            <a:lvl4pPr algn="l">
              <a:buNone/>
              <a:defRPr sz="1725" b="0">
                <a:solidFill>
                  <a:srgbClr val="465368"/>
                </a:solidFill>
                <a:latin typeface="Apple SD Gothic Neo"/>
                <a:ea typeface="Apple SD Gothic Neo"/>
                <a:cs typeface="Apple SD Gothic Neo"/>
              </a:defRPr>
            </a:lvl4pPr>
            <a:lvl5pPr algn="l">
              <a:buNone/>
              <a:defRPr sz="1725" b="0">
                <a:solidFill>
                  <a:srgbClr val="465368"/>
                </a:solidFill>
                <a:latin typeface="Apple SD Gothic Neo"/>
                <a:ea typeface="Apple SD Gothic Neo"/>
                <a:cs typeface="Apple SD Gothic Neo"/>
              </a:defRPr>
            </a:lvl5pPr>
            <a:lvl6pPr algn="l">
              <a:buNone/>
              <a:defRPr sz="1725" b="0">
                <a:solidFill>
                  <a:srgbClr val="465368"/>
                </a:solidFill>
                <a:latin typeface="Apple SD Gothic Neo"/>
                <a:ea typeface="Apple SD Gothic Neo"/>
                <a:cs typeface="Apple SD Gothic Neo"/>
              </a:defRPr>
            </a:lvl6pPr>
            <a:lvl7pPr algn="l">
              <a:buNone/>
              <a:defRPr sz="1725" b="0">
                <a:solidFill>
                  <a:srgbClr val="465368"/>
                </a:solidFill>
                <a:latin typeface="Apple SD Gothic Neo"/>
                <a:ea typeface="Apple SD Gothic Neo"/>
                <a:cs typeface="Apple SD Gothic Neo"/>
              </a:defRPr>
            </a:lvl7pPr>
            <a:lvl8pPr algn="l">
              <a:buNone/>
              <a:defRPr sz="1725" b="0">
                <a:solidFill>
                  <a:srgbClr val="465368"/>
                </a:solidFill>
                <a:latin typeface="Apple SD Gothic Neo"/>
                <a:ea typeface="Apple SD Gothic Neo"/>
                <a:cs typeface="Apple SD Gothic Neo"/>
              </a:defRPr>
            </a:lvl8pPr>
            <a:lvl9pPr algn="l">
              <a:buNone/>
              <a:defRPr sz="1725" b="0">
                <a:solidFill>
                  <a:srgbClr val="465368"/>
                </a:solidFill>
                <a:latin typeface="Apple SD Gothic Neo"/>
                <a:ea typeface="Apple SD Gothic Neo"/>
                <a:cs typeface="Apple SD Gothic Neo"/>
              </a:defRPr>
            </a:lvl9pPr>
          </a:lstStyle>
          <a:p xmlns:a="http://schemas.openxmlformats.org/drawingml/2006/main">
            <a:pPr algn="l">
              <a:buNone/>
              <a:defRPr sz="1725" b="0">
                <a:solidFill>
                  <a:srgbClr val="465368"/>
                </a:solidFill>
                <a:latin typeface="Apple SD Gothic Neo"/>
                <a:ea typeface="Apple SD Gothic Neo"/>
                <a:cs typeface="Apple SD Gothic Neo"/>
              </a:defRPr>
            </a:pPr>
            <a:r>
              <a:rPr sz="1725" b="0">
                <a:solidFill>
                  <a:srgbClr val="465368"/>
                </a:solidFill>
                <a:latin typeface="Apple SD Gothic Neo"/>
                <a:ea typeface="Apple SD Gothic Neo"/>
                <a:cs typeface="Apple SD Gothic Neo"/>
              </a:rPr>
              <a:t>이동과 점프, 공격 입력, 피격을 처리한다</a:t>
            </a:r>
          </a:p>
        </p:txBody>
      </p:sp>
      <p:pic>
        <p:nvPicPr>
          <p:cNvPr id="9" name="">
            <a:extLst xmlns:a="http://schemas.openxmlformats.org/drawingml/2006/main">
              <a:ext uri="{FF2B5EF4-FFF2-40B4-BE49-F238E27FC236}">
                <a16:creationId xmlns:a16="http://schemas.microsoft.com/office/drawing/2014/main" id="{B8A59275-ACB9-4CB9-8FFE-FAD3B75BAA1C}"/>
              </a:ext>
            </a:extLst>
          </p:cNvPr>
          <p:cNvPicPr>
            <a:picLocks xmlns:a="http://schemas.openxmlformats.org/drawingml/2006/main" noChangeAspect="1"/>
          </p:cNvPicPr>
          <p:nvPr/>
        </p:nvPicPr>
        <p:blipFill>
          <a:blip xmlns:r="http://schemas.openxmlformats.org/officeDocument/2006/relationships" xmlns:a="http://schemas.openxmlformats.org/drawingml/2006/main" r:embed="Rd91c45ca49874ee2"/>
          <a:stretch xmlns:a="http://schemas.openxmlformats.org/drawingml/2006/main"/>
        </p:blipFill>
        <p:spPr>
          <a:xfrm xmlns:a="http://schemas.openxmlformats.org/drawingml/2006/main">
            <a:off x="1467379" y="3981450"/>
            <a:ext cx="2284942" cy="971550"/>
          </a:xfrm>
          <a:prstGeom xmlns:a="http://schemas.openxmlformats.org/drawingml/2006/main" prst="rect">
            <a:avLst/>
          </a:prstGeom>
        </p:spPr>
      </p:pic>
      <p:sp>
        <p:nvSpPr>
          <p:cNvPr id="10" name="KarmaEnemy-role">
            <a:extLst xmlns:a="http://schemas.openxmlformats.org/drawingml/2006/main">
              <a:ext uri="{FF2B5EF4-FFF2-40B4-BE49-F238E27FC236}">
                <a16:creationId xmlns:a16="http://schemas.microsoft.com/office/drawing/2014/main" id="{CC427B97-9A3C-4938-B7C7-595C6BE96F74}"/>
              </a:ext>
            </a:extLst>
          </p:cNvPr>
          <p:cNvSpPr>
            <a:spLocks xmlns:a="http://schemas.openxmlformats.org/drawingml/2006/main" noGrp="1"/>
          </p:cNvSpPr>
          <p:nvPr/>
        </p:nvSpPr>
        <p:spPr>
          <a:xfrm xmlns:a="http://schemas.openxmlformats.org/drawingml/2006/main">
            <a:off x="5143500" y="4029075"/>
            <a:ext cx="628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1">
                <a:solidFill>
                  <a:srgbClr val="263348"/>
                </a:solidFill>
                <a:latin typeface="Apple SD Gothic Neo"/>
                <a:ea typeface="Apple SD Gothic Neo"/>
                <a:cs typeface="Apple SD Gothic Neo"/>
              </a:defRPr>
            </a:defPPr>
            <a:lvl1pPr algn="l">
              <a:buNone/>
              <a:defRPr sz="2025" b="1">
                <a:solidFill>
                  <a:srgbClr val="263348"/>
                </a:solidFill>
                <a:latin typeface="Apple SD Gothic Neo"/>
                <a:ea typeface="Apple SD Gothic Neo"/>
                <a:cs typeface="Apple SD Gothic Neo"/>
              </a:defRPr>
            </a:lvl1pPr>
            <a:lvl2pPr algn="l">
              <a:buNone/>
              <a:defRPr sz="2025" b="1">
                <a:solidFill>
                  <a:srgbClr val="263348"/>
                </a:solidFill>
                <a:latin typeface="Apple SD Gothic Neo"/>
                <a:ea typeface="Apple SD Gothic Neo"/>
                <a:cs typeface="Apple SD Gothic Neo"/>
              </a:defRPr>
            </a:lvl2pPr>
            <a:lvl3pPr algn="l">
              <a:buNone/>
              <a:defRPr sz="2025" b="1">
                <a:solidFill>
                  <a:srgbClr val="263348"/>
                </a:solidFill>
                <a:latin typeface="Apple SD Gothic Neo"/>
                <a:ea typeface="Apple SD Gothic Neo"/>
                <a:cs typeface="Apple SD Gothic Neo"/>
              </a:defRPr>
            </a:lvl3pPr>
            <a:lvl4pPr algn="l">
              <a:buNone/>
              <a:defRPr sz="2025" b="1">
                <a:solidFill>
                  <a:srgbClr val="263348"/>
                </a:solidFill>
                <a:latin typeface="Apple SD Gothic Neo"/>
                <a:ea typeface="Apple SD Gothic Neo"/>
                <a:cs typeface="Apple SD Gothic Neo"/>
              </a:defRPr>
            </a:lvl4pPr>
            <a:lvl5pPr algn="l">
              <a:buNone/>
              <a:defRPr sz="2025" b="1">
                <a:solidFill>
                  <a:srgbClr val="263348"/>
                </a:solidFill>
                <a:latin typeface="Apple SD Gothic Neo"/>
                <a:ea typeface="Apple SD Gothic Neo"/>
                <a:cs typeface="Apple SD Gothic Neo"/>
              </a:defRPr>
            </a:lvl5pPr>
            <a:lvl6pPr algn="l">
              <a:buNone/>
              <a:defRPr sz="2025" b="1">
                <a:solidFill>
                  <a:srgbClr val="263348"/>
                </a:solidFill>
                <a:latin typeface="Apple SD Gothic Neo"/>
                <a:ea typeface="Apple SD Gothic Neo"/>
                <a:cs typeface="Apple SD Gothic Neo"/>
              </a:defRPr>
            </a:lvl6pPr>
            <a:lvl7pPr algn="l">
              <a:buNone/>
              <a:defRPr sz="2025" b="1">
                <a:solidFill>
                  <a:srgbClr val="263348"/>
                </a:solidFill>
                <a:latin typeface="Apple SD Gothic Neo"/>
                <a:ea typeface="Apple SD Gothic Neo"/>
                <a:cs typeface="Apple SD Gothic Neo"/>
              </a:defRPr>
            </a:lvl7pPr>
            <a:lvl8pPr algn="l">
              <a:buNone/>
              <a:defRPr sz="2025" b="1">
                <a:solidFill>
                  <a:srgbClr val="263348"/>
                </a:solidFill>
                <a:latin typeface="Apple SD Gothic Neo"/>
                <a:ea typeface="Apple SD Gothic Neo"/>
                <a:cs typeface="Apple SD Gothic Neo"/>
              </a:defRPr>
            </a:lvl8pPr>
            <a:lvl9pPr algn="l">
              <a:buNone/>
              <a:defRPr sz="2025" b="1">
                <a:solidFill>
                  <a:srgbClr val="263348"/>
                </a:solidFill>
                <a:latin typeface="Apple SD Gothic Neo"/>
                <a:ea typeface="Apple SD Gothic Neo"/>
                <a:cs typeface="Apple SD Gothic Neo"/>
              </a:defRPr>
            </a:lvl9pPr>
          </a:lstStyle>
          <a:p xmlns:a="http://schemas.openxmlformats.org/drawingml/2006/main">
            <a:pPr algn="l">
              <a:buNone/>
              <a:defRPr sz="2025" b="1">
                <a:solidFill>
                  <a:srgbClr val="263348"/>
                </a:solidFill>
                <a:latin typeface="Apple SD Gothic Neo"/>
                <a:ea typeface="Apple SD Gothic Neo"/>
                <a:cs typeface="Apple SD Gothic Neo"/>
              </a:defRPr>
            </a:pPr>
            <a:r>
              <a:rPr sz="2025" b="1">
                <a:solidFill>
                  <a:srgbClr val="263348"/>
                </a:solidFill>
                <a:latin typeface="Apple SD Gothic Neo"/>
                <a:ea typeface="Apple SD Gothic Neo"/>
                <a:cs typeface="Apple SD Gothic Neo"/>
              </a:rPr>
              <a:t>수호자 행동</a:t>
            </a:r>
          </a:p>
        </p:txBody>
      </p:sp>
      <p:sp>
        <p:nvSpPr>
          <p:cNvPr id="11" name="KarmaEnemy-body">
            <a:extLst xmlns:a="http://schemas.openxmlformats.org/drawingml/2006/main">
              <a:ext uri="{FF2B5EF4-FFF2-40B4-BE49-F238E27FC236}">
                <a16:creationId xmlns:a16="http://schemas.microsoft.com/office/drawing/2014/main" id="{A6F1B66F-7FF7-4180-B3D2-01A18CA5361E}"/>
              </a:ext>
            </a:extLst>
          </p:cNvPr>
          <p:cNvSpPr>
            <a:spLocks xmlns:a="http://schemas.openxmlformats.org/drawingml/2006/main" noGrp="1"/>
          </p:cNvSpPr>
          <p:nvPr/>
        </p:nvSpPr>
        <p:spPr>
          <a:xfrm xmlns:a="http://schemas.openxmlformats.org/drawingml/2006/main">
            <a:off x="5143500" y="4448175"/>
            <a:ext cx="628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465368"/>
                </a:solidFill>
                <a:latin typeface="Apple SD Gothic Neo"/>
                <a:ea typeface="Apple SD Gothic Neo"/>
                <a:cs typeface="Apple SD Gothic Neo"/>
              </a:defRPr>
            </a:defPPr>
            <a:lvl1pPr algn="l">
              <a:buNone/>
              <a:defRPr sz="1725" b="0">
                <a:solidFill>
                  <a:srgbClr val="465368"/>
                </a:solidFill>
                <a:latin typeface="Apple SD Gothic Neo"/>
                <a:ea typeface="Apple SD Gothic Neo"/>
                <a:cs typeface="Apple SD Gothic Neo"/>
              </a:defRPr>
            </a:lvl1pPr>
            <a:lvl2pPr algn="l">
              <a:buNone/>
              <a:defRPr sz="1725" b="0">
                <a:solidFill>
                  <a:srgbClr val="465368"/>
                </a:solidFill>
                <a:latin typeface="Apple SD Gothic Neo"/>
                <a:ea typeface="Apple SD Gothic Neo"/>
                <a:cs typeface="Apple SD Gothic Neo"/>
              </a:defRPr>
            </a:lvl2pPr>
            <a:lvl3pPr algn="l">
              <a:buNone/>
              <a:defRPr sz="1725" b="0">
                <a:solidFill>
                  <a:srgbClr val="465368"/>
                </a:solidFill>
                <a:latin typeface="Apple SD Gothic Neo"/>
                <a:ea typeface="Apple SD Gothic Neo"/>
                <a:cs typeface="Apple SD Gothic Neo"/>
              </a:defRPr>
            </a:lvl3pPr>
            <a:lvl4pPr algn="l">
              <a:buNone/>
              <a:defRPr sz="1725" b="0">
                <a:solidFill>
                  <a:srgbClr val="465368"/>
                </a:solidFill>
                <a:latin typeface="Apple SD Gothic Neo"/>
                <a:ea typeface="Apple SD Gothic Neo"/>
                <a:cs typeface="Apple SD Gothic Neo"/>
              </a:defRPr>
            </a:lvl4pPr>
            <a:lvl5pPr algn="l">
              <a:buNone/>
              <a:defRPr sz="1725" b="0">
                <a:solidFill>
                  <a:srgbClr val="465368"/>
                </a:solidFill>
                <a:latin typeface="Apple SD Gothic Neo"/>
                <a:ea typeface="Apple SD Gothic Neo"/>
                <a:cs typeface="Apple SD Gothic Neo"/>
              </a:defRPr>
            </a:lvl5pPr>
            <a:lvl6pPr algn="l">
              <a:buNone/>
              <a:defRPr sz="1725" b="0">
                <a:solidFill>
                  <a:srgbClr val="465368"/>
                </a:solidFill>
                <a:latin typeface="Apple SD Gothic Neo"/>
                <a:ea typeface="Apple SD Gothic Neo"/>
                <a:cs typeface="Apple SD Gothic Neo"/>
              </a:defRPr>
            </a:lvl6pPr>
            <a:lvl7pPr algn="l">
              <a:buNone/>
              <a:defRPr sz="1725" b="0">
                <a:solidFill>
                  <a:srgbClr val="465368"/>
                </a:solidFill>
                <a:latin typeface="Apple SD Gothic Neo"/>
                <a:ea typeface="Apple SD Gothic Neo"/>
                <a:cs typeface="Apple SD Gothic Neo"/>
              </a:defRPr>
            </a:lvl7pPr>
            <a:lvl8pPr algn="l">
              <a:buNone/>
              <a:defRPr sz="1725" b="0">
                <a:solidFill>
                  <a:srgbClr val="465368"/>
                </a:solidFill>
                <a:latin typeface="Apple SD Gothic Neo"/>
                <a:ea typeface="Apple SD Gothic Neo"/>
                <a:cs typeface="Apple SD Gothic Neo"/>
              </a:defRPr>
            </a:lvl8pPr>
            <a:lvl9pPr algn="l">
              <a:buNone/>
              <a:defRPr sz="1725" b="0">
                <a:solidFill>
                  <a:srgbClr val="465368"/>
                </a:solidFill>
                <a:latin typeface="Apple SD Gothic Neo"/>
                <a:ea typeface="Apple SD Gothic Neo"/>
                <a:cs typeface="Apple SD Gothic Neo"/>
              </a:defRPr>
            </a:lvl9pPr>
          </a:lstStyle>
          <a:p xmlns:a="http://schemas.openxmlformats.org/drawingml/2006/main">
            <a:pPr algn="l">
              <a:buNone/>
              <a:defRPr sz="1725" b="0">
                <a:solidFill>
                  <a:srgbClr val="465368"/>
                </a:solidFill>
                <a:latin typeface="Apple SD Gothic Neo"/>
                <a:ea typeface="Apple SD Gothic Neo"/>
                <a:cs typeface="Apple SD Gothic Neo"/>
              </a:defRPr>
            </a:pPr>
            <a:r>
              <a:rPr sz="1725" b="0">
                <a:solidFill>
                  <a:srgbClr val="465368"/>
                </a:solidFill>
                <a:latin typeface="Apple SD Gothic Neo"/>
                <a:ea typeface="Apple SD Gothic Neo"/>
                <a:cs typeface="Apple SD Gothic Neo"/>
              </a:rPr>
              <a:t>공격 패턴을 선택하고 실행하며, 체력과 방어 상태를 관리한다</a:t>
            </a:r>
          </a:p>
        </p:txBody>
      </p:sp>
      <p:pic>
        <p:nvPicPr>
          <p:cNvPr id="12" name="">
            <a:extLst xmlns:a="http://schemas.openxmlformats.org/drawingml/2006/main">
              <a:ext uri="{FF2B5EF4-FFF2-40B4-BE49-F238E27FC236}">
                <a16:creationId xmlns:a16="http://schemas.microsoft.com/office/drawing/2014/main" id="{2DA1D1E5-3960-49F1-B386-6FAA6FF09BD4}"/>
              </a:ext>
            </a:extLst>
          </p:cNvPr>
          <p:cNvPicPr>
            <a:picLocks xmlns:a="http://schemas.openxmlformats.org/drawingml/2006/main" noChangeAspect="1"/>
          </p:cNvPicPr>
          <p:nvPr/>
        </p:nvPicPr>
        <p:blipFill>
          <a:blip xmlns:r="http://schemas.openxmlformats.org/officeDocument/2006/relationships" xmlns:a="http://schemas.openxmlformats.org/drawingml/2006/main" r:embed="R2846a96916e94516"/>
          <a:stretch xmlns:a="http://schemas.openxmlformats.org/drawingml/2006/main"/>
        </p:blipFill>
        <p:spPr>
          <a:xfrm xmlns:a="http://schemas.openxmlformats.org/drawingml/2006/main">
            <a:off x="1789058" y="5086350"/>
            <a:ext cx="1641584" cy="971550"/>
          </a:xfrm>
          <a:prstGeom xmlns:a="http://schemas.openxmlformats.org/drawingml/2006/main" prst="rect">
            <a:avLst/>
          </a:prstGeom>
        </p:spPr>
      </p:pic>
      <p:sp>
        <p:nvSpPr>
          <p:cNvPr id="13" name="KarmaInput-role">
            <a:extLst xmlns:a="http://schemas.openxmlformats.org/drawingml/2006/main">
              <a:ext uri="{FF2B5EF4-FFF2-40B4-BE49-F238E27FC236}">
                <a16:creationId xmlns:a16="http://schemas.microsoft.com/office/drawing/2014/main" id="{004155F8-FC1E-4B2C-BCAF-6E75A3394785}"/>
              </a:ext>
            </a:extLst>
          </p:cNvPr>
          <p:cNvSpPr>
            <a:spLocks xmlns:a="http://schemas.openxmlformats.org/drawingml/2006/main" noGrp="1"/>
          </p:cNvSpPr>
          <p:nvPr/>
        </p:nvSpPr>
        <p:spPr>
          <a:xfrm xmlns:a="http://schemas.openxmlformats.org/drawingml/2006/main">
            <a:off x="5143500" y="5133975"/>
            <a:ext cx="628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1">
                <a:solidFill>
                  <a:srgbClr val="263348"/>
                </a:solidFill>
                <a:latin typeface="Apple SD Gothic Neo"/>
                <a:ea typeface="Apple SD Gothic Neo"/>
                <a:cs typeface="Apple SD Gothic Neo"/>
              </a:defRPr>
            </a:defPPr>
            <a:lvl1pPr algn="l">
              <a:buNone/>
              <a:defRPr sz="2025" b="1">
                <a:solidFill>
                  <a:srgbClr val="263348"/>
                </a:solidFill>
                <a:latin typeface="Apple SD Gothic Neo"/>
                <a:ea typeface="Apple SD Gothic Neo"/>
                <a:cs typeface="Apple SD Gothic Neo"/>
              </a:defRPr>
            </a:lvl1pPr>
            <a:lvl2pPr algn="l">
              <a:buNone/>
              <a:defRPr sz="2025" b="1">
                <a:solidFill>
                  <a:srgbClr val="263348"/>
                </a:solidFill>
                <a:latin typeface="Apple SD Gothic Neo"/>
                <a:ea typeface="Apple SD Gothic Neo"/>
                <a:cs typeface="Apple SD Gothic Neo"/>
              </a:defRPr>
            </a:lvl2pPr>
            <a:lvl3pPr algn="l">
              <a:buNone/>
              <a:defRPr sz="2025" b="1">
                <a:solidFill>
                  <a:srgbClr val="263348"/>
                </a:solidFill>
                <a:latin typeface="Apple SD Gothic Neo"/>
                <a:ea typeface="Apple SD Gothic Neo"/>
                <a:cs typeface="Apple SD Gothic Neo"/>
              </a:defRPr>
            </a:lvl3pPr>
            <a:lvl4pPr algn="l">
              <a:buNone/>
              <a:defRPr sz="2025" b="1">
                <a:solidFill>
                  <a:srgbClr val="263348"/>
                </a:solidFill>
                <a:latin typeface="Apple SD Gothic Neo"/>
                <a:ea typeface="Apple SD Gothic Neo"/>
                <a:cs typeface="Apple SD Gothic Neo"/>
              </a:defRPr>
            </a:lvl4pPr>
            <a:lvl5pPr algn="l">
              <a:buNone/>
              <a:defRPr sz="2025" b="1">
                <a:solidFill>
                  <a:srgbClr val="263348"/>
                </a:solidFill>
                <a:latin typeface="Apple SD Gothic Neo"/>
                <a:ea typeface="Apple SD Gothic Neo"/>
                <a:cs typeface="Apple SD Gothic Neo"/>
              </a:defRPr>
            </a:lvl5pPr>
            <a:lvl6pPr algn="l">
              <a:buNone/>
              <a:defRPr sz="2025" b="1">
                <a:solidFill>
                  <a:srgbClr val="263348"/>
                </a:solidFill>
                <a:latin typeface="Apple SD Gothic Neo"/>
                <a:ea typeface="Apple SD Gothic Neo"/>
                <a:cs typeface="Apple SD Gothic Neo"/>
              </a:defRPr>
            </a:lvl6pPr>
            <a:lvl7pPr algn="l">
              <a:buNone/>
              <a:defRPr sz="2025" b="1">
                <a:solidFill>
                  <a:srgbClr val="263348"/>
                </a:solidFill>
                <a:latin typeface="Apple SD Gothic Neo"/>
                <a:ea typeface="Apple SD Gothic Neo"/>
                <a:cs typeface="Apple SD Gothic Neo"/>
              </a:defRPr>
            </a:lvl7pPr>
            <a:lvl8pPr algn="l">
              <a:buNone/>
              <a:defRPr sz="2025" b="1">
                <a:solidFill>
                  <a:srgbClr val="263348"/>
                </a:solidFill>
                <a:latin typeface="Apple SD Gothic Neo"/>
                <a:ea typeface="Apple SD Gothic Neo"/>
                <a:cs typeface="Apple SD Gothic Neo"/>
              </a:defRPr>
            </a:lvl8pPr>
            <a:lvl9pPr algn="l">
              <a:buNone/>
              <a:defRPr sz="2025" b="1">
                <a:solidFill>
                  <a:srgbClr val="263348"/>
                </a:solidFill>
                <a:latin typeface="Apple SD Gothic Neo"/>
                <a:ea typeface="Apple SD Gothic Neo"/>
                <a:cs typeface="Apple SD Gothic Neo"/>
              </a:defRPr>
            </a:lvl9pPr>
          </a:lstStyle>
          <a:p xmlns:a="http://schemas.openxmlformats.org/drawingml/2006/main">
            <a:pPr algn="l">
              <a:buNone/>
              <a:defRPr sz="2025" b="1">
                <a:solidFill>
                  <a:srgbClr val="263348"/>
                </a:solidFill>
                <a:latin typeface="Apple SD Gothic Neo"/>
                <a:ea typeface="Apple SD Gothic Neo"/>
                <a:cs typeface="Apple SD Gothic Neo"/>
              </a:defRPr>
            </a:pPr>
            <a:r>
              <a:rPr sz="2025" b="1">
                <a:solidFill>
                  <a:srgbClr val="263348"/>
                </a:solidFill>
                <a:latin typeface="Apple SD Gothic Neo"/>
                <a:ea typeface="Apple SD Gothic Neo"/>
                <a:cs typeface="Apple SD Gothic Neo"/>
              </a:rPr>
              <a:t>공통 입력 처리</a:t>
            </a:r>
          </a:p>
        </p:txBody>
      </p:sp>
      <p:sp>
        <p:nvSpPr>
          <p:cNvPr id="14" name="KarmaInput-body">
            <a:extLst xmlns:a="http://schemas.openxmlformats.org/drawingml/2006/main">
              <a:ext uri="{FF2B5EF4-FFF2-40B4-BE49-F238E27FC236}">
                <a16:creationId xmlns:a16="http://schemas.microsoft.com/office/drawing/2014/main" id="{11CB31E7-66CC-4136-9282-653EA08C8D00}"/>
              </a:ext>
            </a:extLst>
          </p:cNvPr>
          <p:cNvSpPr>
            <a:spLocks xmlns:a="http://schemas.openxmlformats.org/drawingml/2006/main" noGrp="1"/>
          </p:cNvSpPr>
          <p:nvPr/>
        </p:nvSpPr>
        <p:spPr>
          <a:xfrm xmlns:a="http://schemas.openxmlformats.org/drawingml/2006/main">
            <a:off x="5143500" y="5553075"/>
            <a:ext cx="628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465368"/>
                </a:solidFill>
                <a:latin typeface="Apple SD Gothic Neo"/>
                <a:ea typeface="Apple SD Gothic Neo"/>
                <a:cs typeface="Apple SD Gothic Neo"/>
              </a:defRPr>
            </a:defPPr>
            <a:lvl1pPr algn="l">
              <a:buNone/>
              <a:defRPr sz="1725" b="0">
                <a:solidFill>
                  <a:srgbClr val="465368"/>
                </a:solidFill>
                <a:latin typeface="Apple SD Gothic Neo"/>
                <a:ea typeface="Apple SD Gothic Neo"/>
                <a:cs typeface="Apple SD Gothic Neo"/>
              </a:defRPr>
            </a:lvl1pPr>
            <a:lvl2pPr algn="l">
              <a:buNone/>
              <a:defRPr sz="1725" b="0">
                <a:solidFill>
                  <a:srgbClr val="465368"/>
                </a:solidFill>
                <a:latin typeface="Apple SD Gothic Neo"/>
                <a:ea typeface="Apple SD Gothic Neo"/>
                <a:cs typeface="Apple SD Gothic Neo"/>
              </a:defRPr>
            </a:lvl2pPr>
            <a:lvl3pPr algn="l">
              <a:buNone/>
              <a:defRPr sz="1725" b="0">
                <a:solidFill>
                  <a:srgbClr val="465368"/>
                </a:solidFill>
                <a:latin typeface="Apple SD Gothic Neo"/>
                <a:ea typeface="Apple SD Gothic Neo"/>
                <a:cs typeface="Apple SD Gothic Neo"/>
              </a:defRPr>
            </a:lvl3pPr>
            <a:lvl4pPr algn="l">
              <a:buNone/>
              <a:defRPr sz="1725" b="0">
                <a:solidFill>
                  <a:srgbClr val="465368"/>
                </a:solidFill>
                <a:latin typeface="Apple SD Gothic Neo"/>
                <a:ea typeface="Apple SD Gothic Neo"/>
                <a:cs typeface="Apple SD Gothic Neo"/>
              </a:defRPr>
            </a:lvl4pPr>
            <a:lvl5pPr algn="l">
              <a:buNone/>
              <a:defRPr sz="1725" b="0">
                <a:solidFill>
                  <a:srgbClr val="465368"/>
                </a:solidFill>
                <a:latin typeface="Apple SD Gothic Neo"/>
                <a:ea typeface="Apple SD Gothic Neo"/>
                <a:cs typeface="Apple SD Gothic Neo"/>
              </a:defRPr>
            </a:lvl5pPr>
            <a:lvl6pPr algn="l">
              <a:buNone/>
              <a:defRPr sz="1725" b="0">
                <a:solidFill>
                  <a:srgbClr val="465368"/>
                </a:solidFill>
                <a:latin typeface="Apple SD Gothic Neo"/>
                <a:ea typeface="Apple SD Gothic Neo"/>
                <a:cs typeface="Apple SD Gothic Neo"/>
              </a:defRPr>
            </a:lvl6pPr>
            <a:lvl7pPr algn="l">
              <a:buNone/>
              <a:defRPr sz="1725" b="0">
                <a:solidFill>
                  <a:srgbClr val="465368"/>
                </a:solidFill>
                <a:latin typeface="Apple SD Gothic Neo"/>
                <a:ea typeface="Apple SD Gothic Neo"/>
                <a:cs typeface="Apple SD Gothic Neo"/>
              </a:defRPr>
            </a:lvl7pPr>
            <a:lvl8pPr algn="l">
              <a:buNone/>
              <a:defRPr sz="1725" b="0">
                <a:solidFill>
                  <a:srgbClr val="465368"/>
                </a:solidFill>
                <a:latin typeface="Apple SD Gothic Neo"/>
                <a:ea typeface="Apple SD Gothic Neo"/>
                <a:cs typeface="Apple SD Gothic Neo"/>
              </a:defRPr>
            </a:lvl8pPr>
            <a:lvl9pPr algn="l">
              <a:buNone/>
              <a:defRPr sz="1725" b="0">
                <a:solidFill>
                  <a:srgbClr val="465368"/>
                </a:solidFill>
                <a:latin typeface="Apple SD Gothic Neo"/>
                <a:ea typeface="Apple SD Gothic Neo"/>
                <a:cs typeface="Apple SD Gothic Neo"/>
              </a:defRPr>
            </a:lvl9pPr>
          </a:lstStyle>
          <a:p xmlns:a="http://schemas.openxmlformats.org/drawingml/2006/main">
            <a:pPr algn="l">
              <a:buNone/>
              <a:defRPr sz="1725" b="0">
                <a:solidFill>
                  <a:srgbClr val="465368"/>
                </a:solidFill>
                <a:latin typeface="Apple SD Gothic Neo"/>
                <a:ea typeface="Apple SD Gothic Neo"/>
                <a:cs typeface="Apple SD Gothic Neo"/>
              </a:defRPr>
            </a:pPr>
            <a:r>
              <a:rPr sz="1725" b="0">
                <a:solidFill>
                  <a:srgbClr val="465368"/>
                </a:solidFill>
                <a:latin typeface="Apple SD Gothic Neo"/>
                <a:ea typeface="Apple SD Gothic Neo"/>
                <a:cs typeface="Apple SD Gothic Neo"/>
              </a:rPr>
              <a:t>키 입력을 이동, 공격, 기술 선택 등의 게임 동작으로 변환한다</a:t>
            </a:r>
          </a:p>
        </p:txBody>
      </p:sp>
      <p:sp>
        <p:nvSpPr>
          <p:cNvPr id="15" name="footer">
            <a:extLst xmlns:a="http://schemas.openxmlformats.org/drawingml/2006/main">
              <a:ext uri="{FF2B5EF4-FFF2-40B4-BE49-F238E27FC236}">
                <a16:creationId xmlns:a16="http://schemas.microsoft.com/office/drawing/2014/main" id="{4819CA5D-4E2C-4D40-B3CB-09DCA2509C36}"/>
              </a:ext>
            </a:extLst>
          </p:cNvPr>
          <p:cNvSpPr>
            <a:spLocks xmlns:a="http://schemas.openxmlformats.org/drawingml/2006/main" noGrp="1"/>
          </p:cNvSpPr>
          <p:nvPr/>
        </p:nvSpPr>
        <p:spPr>
          <a:xfrm xmlns:a="http://schemas.openxmlformats.org/drawingml/2006/main">
            <a:off x="609600" y="64389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0">
                <a:solidFill>
                  <a:srgbClr val="768194"/>
                </a:solidFill>
                <a:latin typeface="Apple SD Gothic Neo"/>
                <a:ea typeface="Apple SD Gothic Neo"/>
                <a:cs typeface="Apple SD Gothic Neo"/>
              </a:defRPr>
            </a:defPPr>
            <a:lvl1pPr algn="l">
              <a:buNone/>
              <a:defRPr sz="1200" b="0">
                <a:solidFill>
                  <a:srgbClr val="768194"/>
                </a:solidFill>
                <a:latin typeface="Apple SD Gothic Neo"/>
                <a:ea typeface="Apple SD Gothic Neo"/>
                <a:cs typeface="Apple SD Gothic Neo"/>
              </a:defRPr>
            </a:lvl1pPr>
            <a:lvl2pPr algn="l">
              <a:buNone/>
              <a:defRPr sz="1200" b="0">
                <a:solidFill>
                  <a:srgbClr val="768194"/>
                </a:solidFill>
                <a:latin typeface="Apple SD Gothic Neo"/>
                <a:ea typeface="Apple SD Gothic Neo"/>
                <a:cs typeface="Apple SD Gothic Neo"/>
              </a:defRPr>
            </a:lvl2pPr>
            <a:lvl3pPr algn="l">
              <a:buNone/>
              <a:defRPr sz="1200" b="0">
                <a:solidFill>
                  <a:srgbClr val="768194"/>
                </a:solidFill>
                <a:latin typeface="Apple SD Gothic Neo"/>
                <a:ea typeface="Apple SD Gothic Neo"/>
                <a:cs typeface="Apple SD Gothic Neo"/>
              </a:defRPr>
            </a:lvl3pPr>
            <a:lvl4pPr algn="l">
              <a:buNone/>
              <a:defRPr sz="1200" b="0">
                <a:solidFill>
                  <a:srgbClr val="768194"/>
                </a:solidFill>
                <a:latin typeface="Apple SD Gothic Neo"/>
                <a:ea typeface="Apple SD Gothic Neo"/>
                <a:cs typeface="Apple SD Gothic Neo"/>
              </a:defRPr>
            </a:lvl4pPr>
            <a:lvl5pPr algn="l">
              <a:buNone/>
              <a:defRPr sz="1200" b="0">
                <a:solidFill>
                  <a:srgbClr val="768194"/>
                </a:solidFill>
                <a:latin typeface="Apple SD Gothic Neo"/>
                <a:ea typeface="Apple SD Gothic Neo"/>
                <a:cs typeface="Apple SD Gothic Neo"/>
              </a:defRPr>
            </a:lvl5pPr>
            <a:lvl6pPr algn="l">
              <a:buNone/>
              <a:defRPr sz="1200" b="0">
                <a:solidFill>
                  <a:srgbClr val="768194"/>
                </a:solidFill>
                <a:latin typeface="Apple SD Gothic Neo"/>
                <a:ea typeface="Apple SD Gothic Neo"/>
                <a:cs typeface="Apple SD Gothic Neo"/>
              </a:defRPr>
            </a:lvl6pPr>
            <a:lvl7pPr algn="l">
              <a:buNone/>
              <a:defRPr sz="1200" b="0">
                <a:solidFill>
                  <a:srgbClr val="768194"/>
                </a:solidFill>
                <a:latin typeface="Apple SD Gothic Neo"/>
                <a:ea typeface="Apple SD Gothic Neo"/>
                <a:cs typeface="Apple SD Gothic Neo"/>
              </a:defRPr>
            </a:lvl7pPr>
            <a:lvl8pPr algn="l">
              <a:buNone/>
              <a:defRPr sz="1200" b="0">
                <a:solidFill>
                  <a:srgbClr val="768194"/>
                </a:solidFill>
                <a:latin typeface="Apple SD Gothic Neo"/>
                <a:ea typeface="Apple SD Gothic Neo"/>
                <a:cs typeface="Apple SD Gothic Neo"/>
              </a:defRPr>
            </a:lvl8pPr>
            <a:lvl9pPr algn="l">
              <a:buNone/>
              <a:defRPr sz="1200" b="0">
                <a:solidFill>
                  <a:srgbClr val="768194"/>
                </a:solidFill>
                <a:latin typeface="Apple SD Gothic Neo"/>
                <a:ea typeface="Apple SD Gothic Neo"/>
                <a:cs typeface="Apple SD Gothic Neo"/>
              </a:defRPr>
            </a:lvl9pPr>
          </a:lstStyle>
          <a:p xmlns:a="http://schemas.openxmlformats.org/drawingml/2006/main">
            <a:pPr algn="l">
              <a:buNone/>
              <a:defRPr sz="1200" b="0">
                <a:solidFill>
                  <a:srgbClr val="768194"/>
                </a:solidFill>
                <a:latin typeface="Apple SD Gothic Neo"/>
                <a:ea typeface="Apple SD Gothic Neo"/>
                <a:cs typeface="Apple SD Gothic Neo"/>
              </a:defRPr>
            </a:pPr>
            <a:r>
              <a:rPr sz="1200" b="0">
                <a:solidFill>
                  <a:srgbClr val="768194"/>
                </a:solidFill>
                <a:latin typeface="Apple SD Gothic Neo"/>
                <a:ea typeface="Apple SD Gothic Neo"/>
                <a:cs typeface="Apple SD Gothic Neo"/>
              </a:rPr>
              <a:t>원본 자동 생성 PNG 발췌</a:t>
            </a:r>
          </a:p>
        </p:txBody>
      </p:sp>
      <p:sp>
        <p:nvSpPr>
          <p:cNvPr id="16" name="page">
            <a:extLst xmlns:a="http://schemas.openxmlformats.org/drawingml/2006/main">
              <a:ext uri="{FF2B5EF4-FFF2-40B4-BE49-F238E27FC236}">
                <a16:creationId xmlns:a16="http://schemas.microsoft.com/office/drawing/2014/main" id="{4F67D7C7-E220-4436-AFBC-F92C5AE3C19B}"/>
              </a:ext>
            </a:extLst>
          </p:cNvPr>
          <p:cNvSpPr>
            <a:spLocks xmlns:a="http://schemas.openxmlformats.org/drawingml/2006/main" noGrp="1"/>
          </p:cNvSpPr>
          <p:nvPr/>
        </p:nvSpPr>
        <p:spPr>
          <a:xfrm xmlns:a="http://schemas.openxmlformats.org/drawingml/2006/main">
            <a:off x="1104900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0">
                <a:solidFill>
                  <a:srgbClr val="768194"/>
                </a:solidFill>
                <a:latin typeface="Apple SD Gothic Neo"/>
                <a:ea typeface="Apple SD Gothic Neo"/>
                <a:cs typeface="Apple SD Gothic Neo"/>
              </a:defRPr>
            </a:defPPr>
            <a:lvl1pPr algn="l">
              <a:buNone/>
              <a:defRPr sz="1200" b="0">
                <a:solidFill>
                  <a:srgbClr val="768194"/>
                </a:solidFill>
                <a:latin typeface="Apple SD Gothic Neo"/>
                <a:ea typeface="Apple SD Gothic Neo"/>
                <a:cs typeface="Apple SD Gothic Neo"/>
              </a:defRPr>
            </a:lvl1pPr>
            <a:lvl2pPr algn="l">
              <a:buNone/>
              <a:defRPr sz="1200" b="0">
                <a:solidFill>
                  <a:srgbClr val="768194"/>
                </a:solidFill>
                <a:latin typeface="Apple SD Gothic Neo"/>
                <a:ea typeface="Apple SD Gothic Neo"/>
                <a:cs typeface="Apple SD Gothic Neo"/>
              </a:defRPr>
            </a:lvl2pPr>
            <a:lvl3pPr algn="l">
              <a:buNone/>
              <a:defRPr sz="1200" b="0">
                <a:solidFill>
                  <a:srgbClr val="768194"/>
                </a:solidFill>
                <a:latin typeface="Apple SD Gothic Neo"/>
                <a:ea typeface="Apple SD Gothic Neo"/>
                <a:cs typeface="Apple SD Gothic Neo"/>
              </a:defRPr>
            </a:lvl3pPr>
            <a:lvl4pPr algn="l">
              <a:buNone/>
              <a:defRPr sz="1200" b="0">
                <a:solidFill>
                  <a:srgbClr val="768194"/>
                </a:solidFill>
                <a:latin typeface="Apple SD Gothic Neo"/>
                <a:ea typeface="Apple SD Gothic Neo"/>
                <a:cs typeface="Apple SD Gothic Neo"/>
              </a:defRPr>
            </a:lvl4pPr>
            <a:lvl5pPr algn="l">
              <a:buNone/>
              <a:defRPr sz="1200" b="0">
                <a:solidFill>
                  <a:srgbClr val="768194"/>
                </a:solidFill>
                <a:latin typeface="Apple SD Gothic Neo"/>
                <a:ea typeface="Apple SD Gothic Neo"/>
                <a:cs typeface="Apple SD Gothic Neo"/>
              </a:defRPr>
            </a:lvl5pPr>
            <a:lvl6pPr algn="l">
              <a:buNone/>
              <a:defRPr sz="1200" b="0">
                <a:solidFill>
                  <a:srgbClr val="768194"/>
                </a:solidFill>
                <a:latin typeface="Apple SD Gothic Neo"/>
                <a:ea typeface="Apple SD Gothic Neo"/>
                <a:cs typeface="Apple SD Gothic Neo"/>
              </a:defRPr>
            </a:lvl6pPr>
            <a:lvl7pPr algn="l">
              <a:buNone/>
              <a:defRPr sz="1200" b="0">
                <a:solidFill>
                  <a:srgbClr val="768194"/>
                </a:solidFill>
                <a:latin typeface="Apple SD Gothic Neo"/>
                <a:ea typeface="Apple SD Gothic Neo"/>
                <a:cs typeface="Apple SD Gothic Neo"/>
              </a:defRPr>
            </a:lvl7pPr>
            <a:lvl8pPr algn="l">
              <a:buNone/>
              <a:defRPr sz="1200" b="0">
                <a:solidFill>
                  <a:srgbClr val="768194"/>
                </a:solidFill>
                <a:latin typeface="Apple SD Gothic Neo"/>
                <a:ea typeface="Apple SD Gothic Neo"/>
                <a:cs typeface="Apple SD Gothic Neo"/>
              </a:defRPr>
            </a:lvl8pPr>
            <a:lvl9pPr algn="l">
              <a:buNone/>
              <a:defRPr sz="1200" b="0">
                <a:solidFill>
                  <a:srgbClr val="768194"/>
                </a:solidFill>
                <a:latin typeface="Apple SD Gothic Neo"/>
                <a:ea typeface="Apple SD Gothic Neo"/>
                <a:cs typeface="Apple SD Gothic Neo"/>
              </a:defRPr>
            </a:lvl9pPr>
          </a:lstStyle>
          <a:p xmlns:a="http://schemas.openxmlformats.org/drawingml/2006/main">
            <a:pPr algn="l">
              <a:buNone/>
              <a:defRPr sz="1200" b="0">
                <a:solidFill>
                  <a:srgbClr val="768194"/>
                </a:solidFill>
                <a:latin typeface="Apple SD Gothic Neo"/>
                <a:ea typeface="Apple SD Gothic Neo"/>
                <a:cs typeface="Apple SD Gothic Neo"/>
              </a:defRPr>
            </a:pPr>
            <a:r>
              <a:rPr sz="1200" b="0">
                <a:solidFill>
                  <a:srgbClr val="768194"/>
                </a:solidFill>
                <a:latin typeface="Apple SD Gothic Neo"/>
                <a:ea typeface="Apple SD Gothic Neo"/>
                <a:cs typeface="Apple SD Gothic Neo"/>
              </a:rPr>
              <a:t>01</a:t>
            </a:r>
          </a:p>
        </p:txBody>
      </p:sp>
    </p:spTree>
    <p:extLst>
      <p:ext uri="{BB962C8B-B14F-4D97-AF65-F5344CB8AC3E}">
        <p14:creationId xmlns:p14="http://schemas.microsoft.com/office/powerpoint/2010/main" val="153671713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EDA620D5-678D-4716-9221-EA4B526880A4}"/>
              </a:ext>
            </a:extLst>
          </p:cNvPr>
          <p:cNvSpPr>
            <a:spLocks xmlns:a="http://schemas.openxmlformats.org/drawingml/2006/main" noGrp="1"/>
          </p:cNvSpPr>
          <p:nvPr/>
        </p:nvSpPr>
        <p:spPr>
          <a:xfrm xmlns:a="http://schemas.openxmlformats.org/drawingml/2006/main">
            <a:off x="609600" y="3619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b="1">
                <a:solidFill>
                  <a:srgbClr val="18283D"/>
                </a:solidFill>
                <a:latin typeface="Apple SD Gothic Neo"/>
                <a:ea typeface="Apple SD Gothic Neo"/>
                <a:cs typeface="Apple SD Gothic Neo"/>
              </a:defRPr>
            </a:defPPr>
            <a:lvl1pPr algn="l">
              <a:buNone/>
              <a:defRPr sz="3000" b="1">
                <a:solidFill>
                  <a:srgbClr val="18283D"/>
                </a:solidFill>
                <a:latin typeface="Apple SD Gothic Neo"/>
                <a:ea typeface="Apple SD Gothic Neo"/>
                <a:cs typeface="Apple SD Gothic Neo"/>
              </a:defRPr>
            </a:lvl1pPr>
            <a:lvl2pPr algn="l">
              <a:buNone/>
              <a:defRPr sz="3000" b="1">
                <a:solidFill>
                  <a:srgbClr val="18283D"/>
                </a:solidFill>
                <a:latin typeface="Apple SD Gothic Neo"/>
                <a:ea typeface="Apple SD Gothic Neo"/>
                <a:cs typeface="Apple SD Gothic Neo"/>
              </a:defRPr>
            </a:lvl2pPr>
            <a:lvl3pPr algn="l">
              <a:buNone/>
              <a:defRPr sz="3000" b="1">
                <a:solidFill>
                  <a:srgbClr val="18283D"/>
                </a:solidFill>
                <a:latin typeface="Apple SD Gothic Neo"/>
                <a:ea typeface="Apple SD Gothic Neo"/>
                <a:cs typeface="Apple SD Gothic Neo"/>
              </a:defRPr>
            </a:lvl3pPr>
            <a:lvl4pPr algn="l">
              <a:buNone/>
              <a:defRPr sz="3000" b="1">
                <a:solidFill>
                  <a:srgbClr val="18283D"/>
                </a:solidFill>
                <a:latin typeface="Apple SD Gothic Neo"/>
                <a:ea typeface="Apple SD Gothic Neo"/>
                <a:cs typeface="Apple SD Gothic Neo"/>
              </a:defRPr>
            </a:lvl4pPr>
            <a:lvl5pPr algn="l">
              <a:buNone/>
              <a:defRPr sz="3000" b="1">
                <a:solidFill>
                  <a:srgbClr val="18283D"/>
                </a:solidFill>
                <a:latin typeface="Apple SD Gothic Neo"/>
                <a:ea typeface="Apple SD Gothic Neo"/>
                <a:cs typeface="Apple SD Gothic Neo"/>
              </a:defRPr>
            </a:lvl5pPr>
            <a:lvl6pPr algn="l">
              <a:buNone/>
              <a:defRPr sz="3000" b="1">
                <a:solidFill>
                  <a:srgbClr val="18283D"/>
                </a:solidFill>
                <a:latin typeface="Apple SD Gothic Neo"/>
                <a:ea typeface="Apple SD Gothic Neo"/>
                <a:cs typeface="Apple SD Gothic Neo"/>
              </a:defRPr>
            </a:lvl6pPr>
            <a:lvl7pPr algn="l">
              <a:buNone/>
              <a:defRPr sz="3000" b="1">
                <a:solidFill>
                  <a:srgbClr val="18283D"/>
                </a:solidFill>
                <a:latin typeface="Apple SD Gothic Neo"/>
                <a:ea typeface="Apple SD Gothic Neo"/>
                <a:cs typeface="Apple SD Gothic Neo"/>
              </a:defRPr>
            </a:lvl7pPr>
            <a:lvl8pPr algn="l">
              <a:buNone/>
              <a:defRPr sz="3000" b="1">
                <a:solidFill>
                  <a:srgbClr val="18283D"/>
                </a:solidFill>
                <a:latin typeface="Apple SD Gothic Neo"/>
                <a:ea typeface="Apple SD Gothic Neo"/>
                <a:cs typeface="Apple SD Gothic Neo"/>
              </a:defRPr>
            </a:lvl8pPr>
            <a:lvl9pPr algn="l">
              <a:buNone/>
              <a:defRPr sz="3000" b="1">
                <a:solidFill>
                  <a:srgbClr val="18283D"/>
                </a:solidFill>
                <a:latin typeface="Apple SD Gothic Neo"/>
                <a:ea typeface="Apple SD Gothic Neo"/>
                <a:cs typeface="Apple SD Gothic Neo"/>
              </a:defRPr>
            </a:lvl9pPr>
          </a:lstStyle>
          <a:p xmlns:a="http://schemas.openxmlformats.org/drawingml/2006/main">
            <a:pPr algn="l">
              <a:buNone/>
              <a:defRPr sz="3000" b="1">
                <a:solidFill>
                  <a:srgbClr val="18283D"/>
                </a:solidFill>
                <a:latin typeface="Apple SD Gothic Neo"/>
                <a:ea typeface="Apple SD Gothic Neo"/>
                <a:cs typeface="Apple SD Gothic Neo"/>
              </a:defRPr>
            </a:pPr>
            <a:r>
              <a:rPr sz="3000" b="1">
                <a:solidFill>
                  <a:srgbClr val="18283D"/>
                </a:solidFill>
                <a:latin typeface="Apple SD Gothic Neo"/>
                <a:ea typeface="Apple SD Gothic Neo"/>
                <a:cs typeface="Apple SD Gothic Neo"/>
              </a:rPr>
              <a:t>고유화 선택과 다음 수호자</a:t>
            </a:r>
          </a:p>
        </p:txBody>
      </p:sp>
      <p:sp>
        <p:nvSpPr>
          <p:cNvPr id="2" name="subtitle">
            <a:extLst xmlns:a="http://schemas.openxmlformats.org/drawingml/2006/main">
              <a:ext uri="{FF2B5EF4-FFF2-40B4-BE49-F238E27FC236}">
                <a16:creationId xmlns:a16="http://schemas.microsoft.com/office/drawing/2014/main" id="{2ADBB979-CE64-4F08-B206-FF014F185E31}"/>
              </a:ext>
            </a:extLst>
          </p:cNvPr>
          <p:cNvSpPr>
            <a:spLocks xmlns:a="http://schemas.openxmlformats.org/drawingml/2006/main" noGrp="1"/>
          </p:cNvSpPr>
          <p:nvPr/>
        </p:nvSpPr>
        <p:spPr>
          <a:xfrm xmlns:a="http://schemas.openxmlformats.org/drawingml/2006/main">
            <a:off x="609600" y="102870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526075"/>
                </a:solidFill>
                <a:latin typeface="Apple SD Gothic Neo"/>
                <a:ea typeface="Apple SD Gothic Neo"/>
                <a:cs typeface="Apple SD Gothic Neo"/>
              </a:defRPr>
            </a:defPPr>
            <a:lvl1pPr algn="l">
              <a:buNone/>
              <a:defRPr sz="1725" b="0">
                <a:solidFill>
                  <a:srgbClr val="526075"/>
                </a:solidFill>
                <a:latin typeface="Apple SD Gothic Neo"/>
                <a:ea typeface="Apple SD Gothic Neo"/>
                <a:cs typeface="Apple SD Gothic Neo"/>
              </a:defRPr>
            </a:lvl1pPr>
            <a:lvl2pPr algn="l">
              <a:buNone/>
              <a:defRPr sz="1725" b="0">
                <a:solidFill>
                  <a:srgbClr val="526075"/>
                </a:solidFill>
                <a:latin typeface="Apple SD Gothic Neo"/>
                <a:ea typeface="Apple SD Gothic Neo"/>
                <a:cs typeface="Apple SD Gothic Neo"/>
              </a:defRPr>
            </a:lvl2pPr>
            <a:lvl3pPr algn="l">
              <a:buNone/>
              <a:defRPr sz="1725" b="0">
                <a:solidFill>
                  <a:srgbClr val="526075"/>
                </a:solidFill>
                <a:latin typeface="Apple SD Gothic Neo"/>
                <a:ea typeface="Apple SD Gothic Neo"/>
                <a:cs typeface="Apple SD Gothic Neo"/>
              </a:defRPr>
            </a:lvl3pPr>
            <a:lvl4pPr algn="l">
              <a:buNone/>
              <a:defRPr sz="1725" b="0">
                <a:solidFill>
                  <a:srgbClr val="526075"/>
                </a:solidFill>
                <a:latin typeface="Apple SD Gothic Neo"/>
                <a:ea typeface="Apple SD Gothic Neo"/>
                <a:cs typeface="Apple SD Gothic Neo"/>
              </a:defRPr>
            </a:lvl4pPr>
            <a:lvl5pPr algn="l">
              <a:buNone/>
              <a:defRPr sz="1725" b="0">
                <a:solidFill>
                  <a:srgbClr val="526075"/>
                </a:solidFill>
                <a:latin typeface="Apple SD Gothic Neo"/>
                <a:ea typeface="Apple SD Gothic Neo"/>
                <a:cs typeface="Apple SD Gothic Neo"/>
              </a:defRPr>
            </a:lvl5pPr>
            <a:lvl6pPr algn="l">
              <a:buNone/>
              <a:defRPr sz="1725" b="0">
                <a:solidFill>
                  <a:srgbClr val="526075"/>
                </a:solidFill>
                <a:latin typeface="Apple SD Gothic Neo"/>
                <a:ea typeface="Apple SD Gothic Neo"/>
                <a:cs typeface="Apple SD Gothic Neo"/>
              </a:defRPr>
            </a:lvl6pPr>
            <a:lvl7pPr algn="l">
              <a:buNone/>
              <a:defRPr sz="1725" b="0">
                <a:solidFill>
                  <a:srgbClr val="526075"/>
                </a:solidFill>
                <a:latin typeface="Apple SD Gothic Neo"/>
                <a:ea typeface="Apple SD Gothic Neo"/>
                <a:cs typeface="Apple SD Gothic Neo"/>
              </a:defRPr>
            </a:lvl7pPr>
            <a:lvl8pPr algn="l">
              <a:buNone/>
              <a:defRPr sz="1725" b="0">
                <a:solidFill>
                  <a:srgbClr val="526075"/>
                </a:solidFill>
                <a:latin typeface="Apple SD Gothic Neo"/>
                <a:ea typeface="Apple SD Gothic Neo"/>
                <a:cs typeface="Apple SD Gothic Neo"/>
              </a:defRPr>
            </a:lvl8pPr>
            <a:lvl9pPr algn="l">
              <a:buNone/>
              <a:defRPr sz="1725" b="0">
                <a:solidFill>
                  <a:srgbClr val="526075"/>
                </a:solidFill>
                <a:latin typeface="Apple SD Gothic Neo"/>
                <a:ea typeface="Apple SD Gothic Neo"/>
                <a:cs typeface="Apple SD Gothic Neo"/>
              </a:defRPr>
            </a:lvl9pPr>
          </a:lstStyle>
          <a:p xmlns:a="http://schemas.openxmlformats.org/drawingml/2006/main">
            <a:pPr algn="l">
              <a:buNone/>
              <a:defRPr sz="1725" b="0">
                <a:solidFill>
                  <a:srgbClr val="526075"/>
                </a:solidFill>
                <a:latin typeface="Apple SD Gothic Neo"/>
                <a:ea typeface="Apple SD Gothic Neo"/>
                <a:cs typeface="Apple SD Gothic Neo"/>
              </a:defRPr>
            </a:pPr>
            <a:r>
              <a:rPr sz="1725" b="0">
                <a:solidFill>
                  <a:srgbClr val="526075"/>
                </a:solidFill>
                <a:latin typeface="Apple SD Gothic Neo"/>
                <a:ea typeface="Apple SD Gothic Neo"/>
                <a:cs typeface="Apple SD Gothic Neo"/>
              </a:rPr>
              <a:t>첫 선택은 수호자 타입을 정하고, 이후 선택은 계승 패턴을 추가한다</a:t>
            </a:r>
          </a:p>
        </p:txBody>
      </p:sp>
      <p:pic>
        <p:nvPicPr>
          <p:cNvPr id="3" name="">
            <a:extLst xmlns:a="http://schemas.openxmlformats.org/drawingml/2006/main">
              <a:ext uri="{FF2B5EF4-FFF2-40B4-BE49-F238E27FC236}">
                <a16:creationId xmlns:a16="http://schemas.microsoft.com/office/drawing/2014/main" id="{D98F6066-ED34-4105-B3E9-0152C89C6459}"/>
              </a:ext>
            </a:extLst>
          </p:cNvPr>
          <p:cNvPicPr>
            <a:picLocks xmlns:a="http://schemas.openxmlformats.org/drawingml/2006/main" noChangeAspect="1"/>
          </p:cNvPicPr>
          <p:nvPr/>
        </p:nvPicPr>
        <p:blipFill>
          <a:blip xmlns:r="http://schemas.openxmlformats.org/officeDocument/2006/relationships" xmlns:a="http://schemas.openxmlformats.org/drawingml/2006/main" r:embed="Rfbe294e40c004c6f"/>
          <a:stretch xmlns:a="http://schemas.openxmlformats.org/drawingml/2006/main"/>
        </p:blipFill>
        <p:spPr>
          <a:xfrm xmlns:a="http://schemas.openxmlformats.org/drawingml/2006/main">
            <a:off x="919868" y="1800225"/>
            <a:ext cx="3379964" cy="1276350"/>
          </a:xfrm>
          <a:prstGeom xmlns:a="http://schemas.openxmlformats.org/drawingml/2006/main" prst="rect">
            <a:avLst/>
          </a:prstGeom>
        </p:spPr>
      </p:pic>
      <p:sp>
        <p:nvSpPr>
          <p:cNvPr id="4" name="KarmaEssences-role">
            <a:extLst xmlns:a="http://schemas.openxmlformats.org/drawingml/2006/main">
              <a:ext uri="{FF2B5EF4-FFF2-40B4-BE49-F238E27FC236}">
                <a16:creationId xmlns:a16="http://schemas.microsoft.com/office/drawing/2014/main" id="{84637BAD-4A6D-4350-B9E7-DD9B8EC361E6}"/>
              </a:ext>
            </a:extLst>
          </p:cNvPr>
          <p:cNvSpPr>
            <a:spLocks xmlns:a="http://schemas.openxmlformats.org/drawingml/2006/main" noGrp="1"/>
          </p:cNvSpPr>
          <p:nvPr/>
        </p:nvSpPr>
        <p:spPr>
          <a:xfrm xmlns:a="http://schemas.openxmlformats.org/drawingml/2006/main">
            <a:off x="5143500" y="1847850"/>
            <a:ext cx="628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1">
                <a:solidFill>
                  <a:srgbClr val="263348"/>
                </a:solidFill>
                <a:latin typeface="Apple SD Gothic Neo"/>
                <a:ea typeface="Apple SD Gothic Neo"/>
                <a:cs typeface="Apple SD Gothic Neo"/>
              </a:defRPr>
            </a:defPPr>
            <a:lvl1pPr algn="l">
              <a:buNone/>
              <a:defRPr sz="2025" b="1">
                <a:solidFill>
                  <a:srgbClr val="263348"/>
                </a:solidFill>
                <a:latin typeface="Apple SD Gothic Neo"/>
                <a:ea typeface="Apple SD Gothic Neo"/>
                <a:cs typeface="Apple SD Gothic Neo"/>
              </a:defRPr>
            </a:lvl1pPr>
            <a:lvl2pPr algn="l">
              <a:buNone/>
              <a:defRPr sz="2025" b="1">
                <a:solidFill>
                  <a:srgbClr val="263348"/>
                </a:solidFill>
                <a:latin typeface="Apple SD Gothic Neo"/>
                <a:ea typeface="Apple SD Gothic Neo"/>
                <a:cs typeface="Apple SD Gothic Neo"/>
              </a:defRPr>
            </a:lvl2pPr>
            <a:lvl3pPr algn="l">
              <a:buNone/>
              <a:defRPr sz="2025" b="1">
                <a:solidFill>
                  <a:srgbClr val="263348"/>
                </a:solidFill>
                <a:latin typeface="Apple SD Gothic Neo"/>
                <a:ea typeface="Apple SD Gothic Neo"/>
                <a:cs typeface="Apple SD Gothic Neo"/>
              </a:defRPr>
            </a:lvl3pPr>
            <a:lvl4pPr algn="l">
              <a:buNone/>
              <a:defRPr sz="2025" b="1">
                <a:solidFill>
                  <a:srgbClr val="263348"/>
                </a:solidFill>
                <a:latin typeface="Apple SD Gothic Neo"/>
                <a:ea typeface="Apple SD Gothic Neo"/>
                <a:cs typeface="Apple SD Gothic Neo"/>
              </a:defRPr>
            </a:lvl4pPr>
            <a:lvl5pPr algn="l">
              <a:buNone/>
              <a:defRPr sz="2025" b="1">
                <a:solidFill>
                  <a:srgbClr val="263348"/>
                </a:solidFill>
                <a:latin typeface="Apple SD Gothic Neo"/>
                <a:ea typeface="Apple SD Gothic Neo"/>
                <a:cs typeface="Apple SD Gothic Neo"/>
              </a:defRPr>
            </a:lvl5pPr>
            <a:lvl6pPr algn="l">
              <a:buNone/>
              <a:defRPr sz="2025" b="1">
                <a:solidFill>
                  <a:srgbClr val="263348"/>
                </a:solidFill>
                <a:latin typeface="Apple SD Gothic Neo"/>
                <a:ea typeface="Apple SD Gothic Neo"/>
                <a:cs typeface="Apple SD Gothic Neo"/>
              </a:defRPr>
            </a:lvl6pPr>
            <a:lvl7pPr algn="l">
              <a:buNone/>
              <a:defRPr sz="2025" b="1">
                <a:solidFill>
                  <a:srgbClr val="263348"/>
                </a:solidFill>
                <a:latin typeface="Apple SD Gothic Neo"/>
                <a:ea typeface="Apple SD Gothic Neo"/>
                <a:cs typeface="Apple SD Gothic Neo"/>
              </a:defRPr>
            </a:lvl7pPr>
            <a:lvl8pPr algn="l">
              <a:buNone/>
              <a:defRPr sz="2025" b="1">
                <a:solidFill>
                  <a:srgbClr val="263348"/>
                </a:solidFill>
                <a:latin typeface="Apple SD Gothic Neo"/>
                <a:ea typeface="Apple SD Gothic Neo"/>
                <a:cs typeface="Apple SD Gothic Neo"/>
              </a:defRPr>
            </a:lvl8pPr>
            <a:lvl9pPr algn="l">
              <a:buNone/>
              <a:defRPr sz="2025" b="1">
                <a:solidFill>
                  <a:srgbClr val="263348"/>
                </a:solidFill>
                <a:latin typeface="Apple SD Gothic Neo"/>
                <a:ea typeface="Apple SD Gothic Neo"/>
                <a:cs typeface="Apple SD Gothic Neo"/>
              </a:defRPr>
            </a:lvl9pPr>
          </a:lstStyle>
          <a:p xmlns:a="http://schemas.openxmlformats.org/drawingml/2006/main">
            <a:pPr algn="l">
              <a:buNone/>
              <a:defRPr sz="2025" b="1">
                <a:solidFill>
                  <a:srgbClr val="263348"/>
                </a:solidFill>
                <a:latin typeface="Apple SD Gothic Neo"/>
                <a:ea typeface="Apple SD Gothic Neo"/>
                <a:cs typeface="Apple SD Gothic Neo"/>
              </a:defRPr>
            </a:pPr>
            <a:r>
              <a:rPr sz="2025" b="1">
                <a:solidFill>
                  <a:srgbClr val="263348"/>
                </a:solidFill>
                <a:latin typeface="Apple SD Gothic Neo"/>
                <a:ea typeface="Apple SD Gothic Neo"/>
                <a:cs typeface="Apple SD Gothic Neo"/>
              </a:rPr>
              <a:t>Unity와 기술 규칙의 연결</a:t>
            </a:r>
          </a:p>
        </p:txBody>
      </p:sp>
      <p:sp>
        <p:nvSpPr>
          <p:cNvPr id="5" name="KarmaEssences-body">
            <a:extLst xmlns:a="http://schemas.openxmlformats.org/drawingml/2006/main">
              <a:ext uri="{FF2B5EF4-FFF2-40B4-BE49-F238E27FC236}">
                <a16:creationId xmlns:a16="http://schemas.microsoft.com/office/drawing/2014/main" id="{541F4160-8FD8-4932-9F93-A64F2BA0C878}"/>
              </a:ext>
            </a:extLst>
          </p:cNvPr>
          <p:cNvSpPr>
            <a:spLocks xmlns:a="http://schemas.openxmlformats.org/drawingml/2006/main" noGrp="1"/>
          </p:cNvSpPr>
          <p:nvPr/>
        </p:nvSpPr>
        <p:spPr>
          <a:xfrm xmlns:a="http://schemas.openxmlformats.org/drawingml/2006/main">
            <a:off x="5143500" y="2266950"/>
            <a:ext cx="628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465368"/>
                </a:solidFill>
                <a:latin typeface="Apple SD Gothic Neo"/>
                <a:ea typeface="Apple SD Gothic Neo"/>
                <a:cs typeface="Apple SD Gothic Neo"/>
              </a:defRPr>
            </a:defPPr>
            <a:lvl1pPr algn="l">
              <a:buNone/>
              <a:defRPr sz="1725" b="0">
                <a:solidFill>
                  <a:srgbClr val="465368"/>
                </a:solidFill>
                <a:latin typeface="Apple SD Gothic Neo"/>
                <a:ea typeface="Apple SD Gothic Neo"/>
                <a:cs typeface="Apple SD Gothic Neo"/>
              </a:defRPr>
            </a:lvl1pPr>
            <a:lvl2pPr algn="l">
              <a:buNone/>
              <a:defRPr sz="1725" b="0">
                <a:solidFill>
                  <a:srgbClr val="465368"/>
                </a:solidFill>
                <a:latin typeface="Apple SD Gothic Neo"/>
                <a:ea typeface="Apple SD Gothic Neo"/>
                <a:cs typeface="Apple SD Gothic Neo"/>
              </a:defRPr>
            </a:lvl2pPr>
            <a:lvl3pPr algn="l">
              <a:buNone/>
              <a:defRPr sz="1725" b="0">
                <a:solidFill>
                  <a:srgbClr val="465368"/>
                </a:solidFill>
                <a:latin typeface="Apple SD Gothic Neo"/>
                <a:ea typeface="Apple SD Gothic Neo"/>
                <a:cs typeface="Apple SD Gothic Neo"/>
              </a:defRPr>
            </a:lvl3pPr>
            <a:lvl4pPr algn="l">
              <a:buNone/>
              <a:defRPr sz="1725" b="0">
                <a:solidFill>
                  <a:srgbClr val="465368"/>
                </a:solidFill>
                <a:latin typeface="Apple SD Gothic Neo"/>
                <a:ea typeface="Apple SD Gothic Neo"/>
                <a:cs typeface="Apple SD Gothic Neo"/>
              </a:defRPr>
            </a:lvl4pPr>
            <a:lvl5pPr algn="l">
              <a:buNone/>
              <a:defRPr sz="1725" b="0">
                <a:solidFill>
                  <a:srgbClr val="465368"/>
                </a:solidFill>
                <a:latin typeface="Apple SD Gothic Neo"/>
                <a:ea typeface="Apple SD Gothic Neo"/>
                <a:cs typeface="Apple SD Gothic Neo"/>
              </a:defRPr>
            </a:lvl5pPr>
            <a:lvl6pPr algn="l">
              <a:buNone/>
              <a:defRPr sz="1725" b="0">
                <a:solidFill>
                  <a:srgbClr val="465368"/>
                </a:solidFill>
                <a:latin typeface="Apple SD Gothic Neo"/>
                <a:ea typeface="Apple SD Gothic Neo"/>
                <a:cs typeface="Apple SD Gothic Neo"/>
              </a:defRPr>
            </a:lvl6pPr>
            <a:lvl7pPr algn="l">
              <a:buNone/>
              <a:defRPr sz="1725" b="0">
                <a:solidFill>
                  <a:srgbClr val="465368"/>
                </a:solidFill>
                <a:latin typeface="Apple SD Gothic Neo"/>
                <a:ea typeface="Apple SD Gothic Neo"/>
                <a:cs typeface="Apple SD Gothic Neo"/>
              </a:defRPr>
            </a:lvl7pPr>
            <a:lvl8pPr algn="l">
              <a:buNone/>
              <a:defRPr sz="1725" b="0">
                <a:solidFill>
                  <a:srgbClr val="465368"/>
                </a:solidFill>
                <a:latin typeface="Apple SD Gothic Neo"/>
                <a:ea typeface="Apple SD Gothic Neo"/>
                <a:cs typeface="Apple SD Gothic Neo"/>
              </a:defRPr>
            </a:lvl8pPr>
            <a:lvl9pPr algn="l">
              <a:buNone/>
              <a:defRPr sz="1725" b="0">
                <a:solidFill>
                  <a:srgbClr val="465368"/>
                </a:solidFill>
                <a:latin typeface="Apple SD Gothic Neo"/>
                <a:ea typeface="Apple SD Gothic Neo"/>
                <a:cs typeface="Apple SD Gothic Neo"/>
              </a:defRPr>
            </a:lvl9pPr>
          </a:lstStyle>
          <a:p xmlns:a="http://schemas.openxmlformats.org/drawingml/2006/main">
            <a:pPr algn="l">
              <a:buNone/>
              <a:defRPr sz="1725" b="0">
                <a:solidFill>
                  <a:srgbClr val="465368"/>
                </a:solidFill>
                <a:latin typeface="Apple SD Gothic Neo"/>
                <a:ea typeface="Apple SD Gothic Neo"/>
                <a:cs typeface="Apple SD Gothic Neo"/>
              </a:defRPr>
            </a:pPr>
            <a:r>
              <a:rPr sz="1725" b="0">
                <a:solidFill>
                  <a:srgbClr val="465368"/>
                </a:solidFill>
                <a:latin typeface="Apple SD Gothic Neo"/>
                <a:ea typeface="Apple SD Gothic Neo"/>
                <a:cs typeface="Apple SD Gothic Neo"/>
              </a:rPr>
              <a:t>원형 기술 사용과 고유화 선택을 처리한다</a:t>
            </a:r>
          </a:p>
        </p:txBody>
      </p:sp>
      <p:pic>
        <p:nvPicPr>
          <p:cNvPr id="6" name="">
            <a:extLst xmlns:a="http://schemas.openxmlformats.org/drawingml/2006/main">
              <a:ext uri="{FF2B5EF4-FFF2-40B4-BE49-F238E27FC236}">
                <a16:creationId xmlns:a16="http://schemas.microsoft.com/office/drawing/2014/main" id="{E990C4FF-05F0-44EA-8A48-8B1B6D2F9265}"/>
              </a:ext>
            </a:extLst>
          </p:cNvPr>
          <p:cNvPicPr>
            <a:picLocks xmlns:a="http://schemas.openxmlformats.org/drawingml/2006/main" noChangeAspect="1"/>
          </p:cNvPicPr>
          <p:nvPr/>
        </p:nvPicPr>
        <p:blipFill>
          <a:blip xmlns:r="http://schemas.openxmlformats.org/officeDocument/2006/relationships" xmlns:a="http://schemas.openxmlformats.org/drawingml/2006/main" r:embed="R2d8647dc1fbc440c"/>
          <a:stretch xmlns:a="http://schemas.openxmlformats.org/drawingml/2006/main"/>
        </p:blipFill>
        <p:spPr>
          <a:xfrm xmlns:a="http://schemas.openxmlformats.org/drawingml/2006/main">
            <a:off x="609600" y="3309962"/>
            <a:ext cx="4000500" cy="1076277"/>
          </a:xfrm>
          <a:prstGeom xmlns:a="http://schemas.openxmlformats.org/drawingml/2006/main" prst="rect">
            <a:avLst/>
          </a:prstGeom>
        </p:spPr>
      </p:pic>
      <p:sp>
        <p:nvSpPr>
          <p:cNvPr id="7" name="KarmaProgressionState-role">
            <a:extLst xmlns:a="http://schemas.openxmlformats.org/drawingml/2006/main">
              <a:ext uri="{FF2B5EF4-FFF2-40B4-BE49-F238E27FC236}">
                <a16:creationId xmlns:a16="http://schemas.microsoft.com/office/drawing/2014/main" id="{8CC0C5DC-32EC-4B00-9888-3E80C29C2F1C}"/>
              </a:ext>
            </a:extLst>
          </p:cNvPr>
          <p:cNvSpPr>
            <a:spLocks xmlns:a="http://schemas.openxmlformats.org/drawingml/2006/main" noGrp="1"/>
          </p:cNvSpPr>
          <p:nvPr/>
        </p:nvSpPr>
        <p:spPr>
          <a:xfrm xmlns:a="http://schemas.openxmlformats.org/drawingml/2006/main">
            <a:off x="5143500" y="3257550"/>
            <a:ext cx="628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1">
                <a:solidFill>
                  <a:srgbClr val="263348"/>
                </a:solidFill>
                <a:latin typeface="Apple SD Gothic Neo"/>
                <a:ea typeface="Apple SD Gothic Neo"/>
                <a:cs typeface="Apple SD Gothic Neo"/>
              </a:defRPr>
            </a:defPPr>
            <a:lvl1pPr algn="l">
              <a:buNone/>
              <a:defRPr sz="2025" b="1">
                <a:solidFill>
                  <a:srgbClr val="263348"/>
                </a:solidFill>
                <a:latin typeface="Apple SD Gothic Neo"/>
                <a:ea typeface="Apple SD Gothic Neo"/>
                <a:cs typeface="Apple SD Gothic Neo"/>
              </a:defRPr>
            </a:lvl1pPr>
            <a:lvl2pPr algn="l">
              <a:buNone/>
              <a:defRPr sz="2025" b="1">
                <a:solidFill>
                  <a:srgbClr val="263348"/>
                </a:solidFill>
                <a:latin typeface="Apple SD Gothic Neo"/>
                <a:ea typeface="Apple SD Gothic Neo"/>
                <a:cs typeface="Apple SD Gothic Neo"/>
              </a:defRPr>
            </a:lvl2pPr>
            <a:lvl3pPr algn="l">
              <a:buNone/>
              <a:defRPr sz="2025" b="1">
                <a:solidFill>
                  <a:srgbClr val="263348"/>
                </a:solidFill>
                <a:latin typeface="Apple SD Gothic Neo"/>
                <a:ea typeface="Apple SD Gothic Neo"/>
                <a:cs typeface="Apple SD Gothic Neo"/>
              </a:defRPr>
            </a:lvl3pPr>
            <a:lvl4pPr algn="l">
              <a:buNone/>
              <a:defRPr sz="2025" b="1">
                <a:solidFill>
                  <a:srgbClr val="263348"/>
                </a:solidFill>
                <a:latin typeface="Apple SD Gothic Neo"/>
                <a:ea typeface="Apple SD Gothic Neo"/>
                <a:cs typeface="Apple SD Gothic Neo"/>
              </a:defRPr>
            </a:lvl4pPr>
            <a:lvl5pPr algn="l">
              <a:buNone/>
              <a:defRPr sz="2025" b="1">
                <a:solidFill>
                  <a:srgbClr val="263348"/>
                </a:solidFill>
                <a:latin typeface="Apple SD Gothic Neo"/>
                <a:ea typeface="Apple SD Gothic Neo"/>
                <a:cs typeface="Apple SD Gothic Neo"/>
              </a:defRPr>
            </a:lvl5pPr>
            <a:lvl6pPr algn="l">
              <a:buNone/>
              <a:defRPr sz="2025" b="1">
                <a:solidFill>
                  <a:srgbClr val="263348"/>
                </a:solidFill>
                <a:latin typeface="Apple SD Gothic Neo"/>
                <a:ea typeface="Apple SD Gothic Neo"/>
                <a:cs typeface="Apple SD Gothic Neo"/>
              </a:defRPr>
            </a:lvl6pPr>
            <a:lvl7pPr algn="l">
              <a:buNone/>
              <a:defRPr sz="2025" b="1">
                <a:solidFill>
                  <a:srgbClr val="263348"/>
                </a:solidFill>
                <a:latin typeface="Apple SD Gothic Neo"/>
                <a:ea typeface="Apple SD Gothic Neo"/>
                <a:cs typeface="Apple SD Gothic Neo"/>
              </a:defRPr>
            </a:lvl7pPr>
            <a:lvl8pPr algn="l">
              <a:buNone/>
              <a:defRPr sz="2025" b="1">
                <a:solidFill>
                  <a:srgbClr val="263348"/>
                </a:solidFill>
                <a:latin typeface="Apple SD Gothic Neo"/>
                <a:ea typeface="Apple SD Gothic Neo"/>
                <a:cs typeface="Apple SD Gothic Neo"/>
              </a:defRPr>
            </a:lvl8pPr>
            <a:lvl9pPr algn="l">
              <a:buNone/>
              <a:defRPr sz="2025" b="1">
                <a:solidFill>
                  <a:srgbClr val="263348"/>
                </a:solidFill>
                <a:latin typeface="Apple SD Gothic Neo"/>
                <a:ea typeface="Apple SD Gothic Neo"/>
                <a:cs typeface="Apple SD Gothic Neo"/>
              </a:defRPr>
            </a:lvl9pPr>
          </a:lstStyle>
          <a:p xmlns:a="http://schemas.openxmlformats.org/drawingml/2006/main">
            <a:pPr algn="l">
              <a:buNone/>
              <a:defRPr sz="2025" b="1">
                <a:solidFill>
                  <a:srgbClr val="263348"/>
                </a:solidFill>
                <a:latin typeface="Apple SD Gothic Neo"/>
                <a:ea typeface="Apple SD Gothic Neo"/>
                <a:cs typeface="Apple SD Gothic Neo"/>
              </a:defRPr>
            </a:pPr>
            <a:r>
              <a:rPr sz="2025" b="1">
                <a:solidFill>
                  <a:srgbClr val="263348"/>
                </a:solidFill>
                <a:latin typeface="Apple SD Gothic Neo"/>
                <a:ea typeface="Apple SD Gothic Neo"/>
                <a:cs typeface="Apple SD Gothic Neo"/>
              </a:rPr>
              <a:t>선택 여부와 순서 저장</a:t>
            </a:r>
          </a:p>
        </p:txBody>
      </p:sp>
      <p:sp>
        <p:nvSpPr>
          <p:cNvPr id="8" name="KarmaProgressionState-body">
            <a:extLst xmlns:a="http://schemas.openxmlformats.org/drawingml/2006/main">
              <a:ext uri="{FF2B5EF4-FFF2-40B4-BE49-F238E27FC236}">
                <a16:creationId xmlns:a16="http://schemas.microsoft.com/office/drawing/2014/main" id="{03CCFA89-5B34-4D8B-B1B0-D7A8DD2B4A23}"/>
              </a:ext>
            </a:extLst>
          </p:cNvPr>
          <p:cNvSpPr>
            <a:spLocks xmlns:a="http://schemas.openxmlformats.org/drawingml/2006/main" noGrp="1"/>
          </p:cNvSpPr>
          <p:nvPr/>
        </p:nvSpPr>
        <p:spPr>
          <a:xfrm xmlns:a="http://schemas.openxmlformats.org/drawingml/2006/main">
            <a:off x="5143500" y="3676650"/>
            <a:ext cx="628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465368"/>
                </a:solidFill>
                <a:latin typeface="Apple SD Gothic Neo"/>
                <a:ea typeface="Apple SD Gothic Neo"/>
                <a:cs typeface="Apple SD Gothic Neo"/>
              </a:defRPr>
            </a:defPPr>
            <a:lvl1pPr algn="l">
              <a:buNone/>
              <a:defRPr sz="1725" b="0">
                <a:solidFill>
                  <a:srgbClr val="465368"/>
                </a:solidFill>
                <a:latin typeface="Apple SD Gothic Neo"/>
                <a:ea typeface="Apple SD Gothic Neo"/>
                <a:cs typeface="Apple SD Gothic Neo"/>
              </a:defRPr>
            </a:lvl1pPr>
            <a:lvl2pPr algn="l">
              <a:buNone/>
              <a:defRPr sz="1725" b="0">
                <a:solidFill>
                  <a:srgbClr val="465368"/>
                </a:solidFill>
                <a:latin typeface="Apple SD Gothic Neo"/>
                <a:ea typeface="Apple SD Gothic Neo"/>
                <a:cs typeface="Apple SD Gothic Neo"/>
              </a:defRPr>
            </a:lvl2pPr>
            <a:lvl3pPr algn="l">
              <a:buNone/>
              <a:defRPr sz="1725" b="0">
                <a:solidFill>
                  <a:srgbClr val="465368"/>
                </a:solidFill>
                <a:latin typeface="Apple SD Gothic Neo"/>
                <a:ea typeface="Apple SD Gothic Neo"/>
                <a:cs typeface="Apple SD Gothic Neo"/>
              </a:defRPr>
            </a:lvl3pPr>
            <a:lvl4pPr algn="l">
              <a:buNone/>
              <a:defRPr sz="1725" b="0">
                <a:solidFill>
                  <a:srgbClr val="465368"/>
                </a:solidFill>
                <a:latin typeface="Apple SD Gothic Neo"/>
                <a:ea typeface="Apple SD Gothic Neo"/>
                <a:cs typeface="Apple SD Gothic Neo"/>
              </a:defRPr>
            </a:lvl4pPr>
            <a:lvl5pPr algn="l">
              <a:buNone/>
              <a:defRPr sz="1725" b="0">
                <a:solidFill>
                  <a:srgbClr val="465368"/>
                </a:solidFill>
                <a:latin typeface="Apple SD Gothic Neo"/>
                <a:ea typeface="Apple SD Gothic Neo"/>
                <a:cs typeface="Apple SD Gothic Neo"/>
              </a:defRPr>
            </a:lvl5pPr>
            <a:lvl6pPr algn="l">
              <a:buNone/>
              <a:defRPr sz="1725" b="0">
                <a:solidFill>
                  <a:srgbClr val="465368"/>
                </a:solidFill>
                <a:latin typeface="Apple SD Gothic Neo"/>
                <a:ea typeface="Apple SD Gothic Neo"/>
                <a:cs typeface="Apple SD Gothic Neo"/>
              </a:defRPr>
            </a:lvl6pPr>
            <a:lvl7pPr algn="l">
              <a:buNone/>
              <a:defRPr sz="1725" b="0">
                <a:solidFill>
                  <a:srgbClr val="465368"/>
                </a:solidFill>
                <a:latin typeface="Apple SD Gothic Neo"/>
                <a:ea typeface="Apple SD Gothic Neo"/>
                <a:cs typeface="Apple SD Gothic Neo"/>
              </a:defRPr>
            </a:lvl7pPr>
            <a:lvl8pPr algn="l">
              <a:buNone/>
              <a:defRPr sz="1725" b="0">
                <a:solidFill>
                  <a:srgbClr val="465368"/>
                </a:solidFill>
                <a:latin typeface="Apple SD Gothic Neo"/>
                <a:ea typeface="Apple SD Gothic Neo"/>
                <a:cs typeface="Apple SD Gothic Neo"/>
              </a:defRPr>
            </a:lvl8pPr>
            <a:lvl9pPr algn="l">
              <a:buNone/>
              <a:defRPr sz="1725" b="0">
                <a:solidFill>
                  <a:srgbClr val="465368"/>
                </a:solidFill>
                <a:latin typeface="Apple SD Gothic Neo"/>
                <a:ea typeface="Apple SD Gothic Neo"/>
                <a:cs typeface="Apple SD Gothic Neo"/>
              </a:defRPr>
            </a:lvl9pPr>
          </a:lstStyle>
          <a:p xmlns:a="http://schemas.openxmlformats.org/drawingml/2006/main">
            <a:pPr algn="l">
              <a:buNone/>
              <a:defRPr sz="1725" b="0">
                <a:solidFill>
                  <a:srgbClr val="465368"/>
                </a:solidFill>
                <a:latin typeface="Apple SD Gothic Neo"/>
                <a:ea typeface="Apple SD Gothic Neo"/>
                <a:cs typeface="Apple SD Gothic Neo"/>
              </a:defRPr>
            </a:pPr>
            <a:r>
              <a:rPr sz="1725" b="0">
                <a:solidFill>
                  <a:srgbClr val="465368"/>
                </a:solidFill>
                <a:latin typeface="Apple SD Gothic Neo"/>
                <a:ea typeface="Apple SD Gothic Neo"/>
                <a:cs typeface="Apple SD Gothic Neo"/>
              </a:rPr>
              <a:t>선택 후보를 보관하고 확정하며, 같은 기술의 중복 선택을 막는다</a:t>
            </a:r>
          </a:p>
        </p:txBody>
      </p:sp>
      <p:pic>
        <p:nvPicPr>
          <p:cNvPr id="9" name="">
            <a:extLst xmlns:a="http://schemas.openxmlformats.org/drawingml/2006/main">
              <a:ext uri="{FF2B5EF4-FFF2-40B4-BE49-F238E27FC236}">
                <a16:creationId xmlns:a16="http://schemas.microsoft.com/office/drawing/2014/main" id="{BDBCDF00-C408-4174-AA45-CC0FCF7E1F2E}"/>
              </a:ext>
            </a:extLst>
          </p:cNvPr>
          <p:cNvPicPr>
            <a:picLocks xmlns:a="http://schemas.openxmlformats.org/drawingml/2006/main" noChangeAspect="1"/>
          </p:cNvPicPr>
          <p:nvPr/>
        </p:nvPicPr>
        <p:blipFill>
          <a:blip xmlns:r="http://schemas.openxmlformats.org/officeDocument/2006/relationships" xmlns:a="http://schemas.openxmlformats.org/drawingml/2006/main" r:embed="R50989c8ca23a4290"/>
          <a:stretch xmlns:a="http://schemas.openxmlformats.org/drawingml/2006/main"/>
        </p:blipFill>
        <p:spPr>
          <a:xfrm xmlns:a="http://schemas.openxmlformats.org/drawingml/2006/main">
            <a:off x="609600" y="4678493"/>
            <a:ext cx="4000500" cy="1158615"/>
          </a:xfrm>
          <a:prstGeom xmlns:a="http://schemas.openxmlformats.org/drawingml/2006/main" prst="rect">
            <a:avLst/>
          </a:prstGeom>
        </p:spPr>
      </p:pic>
      <p:sp>
        <p:nvSpPr>
          <p:cNvPr id="10" name="KarmaPatternCatalog-role">
            <a:extLst xmlns:a="http://schemas.openxmlformats.org/drawingml/2006/main">
              <a:ext uri="{FF2B5EF4-FFF2-40B4-BE49-F238E27FC236}">
                <a16:creationId xmlns:a16="http://schemas.microsoft.com/office/drawing/2014/main" id="{2B05B9BD-6189-4938-A03E-5883BD9E2002}"/>
              </a:ext>
            </a:extLst>
          </p:cNvPr>
          <p:cNvSpPr>
            <a:spLocks xmlns:a="http://schemas.openxmlformats.org/drawingml/2006/main" noGrp="1"/>
          </p:cNvSpPr>
          <p:nvPr/>
        </p:nvSpPr>
        <p:spPr>
          <a:xfrm xmlns:a="http://schemas.openxmlformats.org/drawingml/2006/main">
            <a:off x="5143500" y="4667250"/>
            <a:ext cx="628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1">
                <a:solidFill>
                  <a:srgbClr val="263348"/>
                </a:solidFill>
                <a:latin typeface="Apple SD Gothic Neo"/>
                <a:ea typeface="Apple SD Gothic Neo"/>
                <a:cs typeface="Apple SD Gothic Neo"/>
              </a:defRPr>
            </a:defPPr>
            <a:lvl1pPr algn="l">
              <a:buNone/>
              <a:defRPr sz="2025" b="1">
                <a:solidFill>
                  <a:srgbClr val="263348"/>
                </a:solidFill>
                <a:latin typeface="Apple SD Gothic Neo"/>
                <a:ea typeface="Apple SD Gothic Neo"/>
                <a:cs typeface="Apple SD Gothic Neo"/>
              </a:defRPr>
            </a:lvl1pPr>
            <a:lvl2pPr algn="l">
              <a:buNone/>
              <a:defRPr sz="2025" b="1">
                <a:solidFill>
                  <a:srgbClr val="263348"/>
                </a:solidFill>
                <a:latin typeface="Apple SD Gothic Neo"/>
                <a:ea typeface="Apple SD Gothic Neo"/>
                <a:cs typeface="Apple SD Gothic Neo"/>
              </a:defRPr>
            </a:lvl2pPr>
            <a:lvl3pPr algn="l">
              <a:buNone/>
              <a:defRPr sz="2025" b="1">
                <a:solidFill>
                  <a:srgbClr val="263348"/>
                </a:solidFill>
                <a:latin typeface="Apple SD Gothic Neo"/>
                <a:ea typeface="Apple SD Gothic Neo"/>
                <a:cs typeface="Apple SD Gothic Neo"/>
              </a:defRPr>
            </a:lvl3pPr>
            <a:lvl4pPr algn="l">
              <a:buNone/>
              <a:defRPr sz="2025" b="1">
                <a:solidFill>
                  <a:srgbClr val="263348"/>
                </a:solidFill>
                <a:latin typeface="Apple SD Gothic Neo"/>
                <a:ea typeface="Apple SD Gothic Neo"/>
                <a:cs typeface="Apple SD Gothic Neo"/>
              </a:defRPr>
            </a:lvl4pPr>
            <a:lvl5pPr algn="l">
              <a:buNone/>
              <a:defRPr sz="2025" b="1">
                <a:solidFill>
                  <a:srgbClr val="263348"/>
                </a:solidFill>
                <a:latin typeface="Apple SD Gothic Neo"/>
                <a:ea typeface="Apple SD Gothic Neo"/>
                <a:cs typeface="Apple SD Gothic Neo"/>
              </a:defRPr>
            </a:lvl5pPr>
            <a:lvl6pPr algn="l">
              <a:buNone/>
              <a:defRPr sz="2025" b="1">
                <a:solidFill>
                  <a:srgbClr val="263348"/>
                </a:solidFill>
                <a:latin typeface="Apple SD Gothic Neo"/>
                <a:ea typeface="Apple SD Gothic Neo"/>
                <a:cs typeface="Apple SD Gothic Neo"/>
              </a:defRPr>
            </a:lvl6pPr>
            <a:lvl7pPr algn="l">
              <a:buNone/>
              <a:defRPr sz="2025" b="1">
                <a:solidFill>
                  <a:srgbClr val="263348"/>
                </a:solidFill>
                <a:latin typeface="Apple SD Gothic Neo"/>
                <a:ea typeface="Apple SD Gothic Neo"/>
                <a:cs typeface="Apple SD Gothic Neo"/>
              </a:defRPr>
            </a:lvl7pPr>
            <a:lvl8pPr algn="l">
              <a:buNone/>
              <a:defRPr sz="2025" b="1">
                <a:solidFill>
                  <a:srgbClr val="263348"/>
                </a:solidFill>
                <a:latin typeface="Apple SD Gothic Neo"/>
                <a:ea typeface="Apple SD Gothic Neo"/>
                <a:cs typeface="Apple SD Gothic Neo"/>
              </a:defRPr>
            </a:lvl8pPr>
            <a:lvl9pPr algn="l">
              <a:buNone/>
              <a:defRPr sz="2025" b="1">
                <a:solidFill>
                  <a:srgbClr val="263348"/>
                </a:solidFill>
                <a:latin typeface="Apple SD Gothic Neo"/>
                <a:ea typeface="Apple SD Gothic Neo"/>
                <a:cs typeface="Apple SD Gothic Neo"/>
              </a:defRPr>
            </a:lvl9pPr>
          </a:lstStyle>
          <a:p xmlns:a="http://schemas.openxmlformats.org/drawingml/2006/main">
            <a:pPr algn="l">
              <a:buNone/>
              <a:defRPr sz="2025" b="1">
                <a:solidFill>
                  <a:srgbClr val="263348"/>
                </a:solidFill>
                <a:latin typeface="Apple SD Gothic Neo"/>
                <a:ea typeface="Apple SD Gothic Neo"/>
                <a:cs typeface="Apple SD Gothic Neo"/>
              </a:defRPr>
            </a:pPr>
            <a:r>
              <a:rPr sz="2025" b="1">
                <a:solidFill>
                  <a:srgbClr val="263348"/>
                </a:solidFill>
                <a:latin typeface="Apple SD Gothic Neo"/>
                <a:ea typeface="Apple SD Gothic Neo"/>
                <a:cs typeface="Apple SD Gothic Neo"/>
              </a:rPr>
              <a:t>선택 순서에 따른 패턴 구성</a:t>
            </a:r>
          </a:p>
        </p:txBody>
      </p:sp>
      <p:sp>
        <p:nvSpPr>
          <p:cNvPr id="11" name="KarmaPatternCatalog-body">
            <a:extLst xmlns:a="http://schemas.openxmlformats.org/drawingml/2006/main">
              <a:ext uri="{FF2B5EF4-FFF2-40B4-BE49-F238E27FC236}">
                <a16:creationId xmlns:a16="http://schemas.microsoft.com/office/drawing/2014/main" id="{C0A56B18-537F-4721-AC72-7D6559652F78}"/>
              </a:ext>
            </a:extLst>
          </p:cNvPr>
          <p:cNvSpPr>
            <a:spLocks xmlns:a="http://schemas.openxmlformats.org/drawingml/2006/main" noGrp="1"/>
          </p:cNvSpPr>
          <p:nvPr/>
        </p:nvSpPr>
        <p:spPr>
          <a:xfrm xmlns:a="http://schemas.openxmlformats.org/drawingml/2006/main">
            <a:off x="5143500" y="5086350"/>
            <a:ext cx="628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465368"/>
                </a:solidFill>
                <a:latin typeface="Apple SD Gothic Neo"/>
                <a:ea typeface="Apple SD Gothic Neo"/>
                <a:cs typeface="Apple SD Gothic Neo"/>
              </a:defRPr>
            </a:defPPr>
            <a:lvl1pPr algn="l">
              <a:buNone/>
              <a:defRPr sz="1725" b="0">
                <a:solidFill>
                  <a:srgbClr val="465368"/>
                </a:solidFill>
                <a:latin typeface="Apple SD Gothic Neo"/>
                <a:ea typeface="Apple SD Gothic Neo"/>
                <a:cs typeface="Apple SD Gothic Neo"/>
              </a:defRPr>
            </a:lvl1pPr>
            <a:lvl2pPr algn="l">
              <a:buNone/>
              <a:defRPr sz="1725" b="0">
                <a:solidFill>
                  <a:srgbClr val="465368"/>
                </a:solidFill>
                <a:latin typeface="Apple SD Gothic Neo"/>
                <a:ea typeface="Apple SD Gothic Neo"/>
                <a:cs typeface="Apple SD Gothic Neo"/>
              </a:defRPr>
            </a:lvl2pPr>
            <a:lvl3pPr algn="l">
              <a:buNone/>
              <a:defRPr sz="1725" b="0">
                <a:solidFill>
                  <a:srgbClr val="465368"/>
                </a:solidFill>
                <a:latin typeface="Apple SD Gothic Neo"/>
                <a:ea typeface="Apple SD Gothic Neo"/>
                <a:cs typeface="Apple SD Gothic Neo"/>
              </a:defRPr>
            </a:lvl3pPr>
            <a:lvl4pPr algn="l">
              <a:buNone/>
              <a:defRPr sz="1725" b="0">
                <a:solidFill>
                  <a:srgbClr val="465368"/>
                </a:solidFill>
                <a:latin typeface="Apple SD Gothic Neo"/>
                <a:ea typeface="Apple SD Gothic Neo"/>
                <a:cs typeface="Apple SD Gothic Neo"/>
              </a:defRPr>
            </a:lvl4pPr>
            <a:lvl5pPr algn="l">
              <a:buNone/>
              <a:defRPr sz="1725" b="0">
                <a:solidFill>
                  <a:srgbClr val="465368"/>
                </a:solidFill>
                <a:latin typeface="Apple SD Gothic Neo"/>
                <a:ea typeface="Apple SD Gothic Neo"/>
                <a:cs typeface="Apple SD Gothic Neo"/>
              </a:defRPr>
            </a:lvl5pPr>
            <a:lvl6pPr algn="l">
              <a:buNone/>
              <a:defRPr sz="1725" b="0">
                <a:solidFill>
                  <a:srgbClr val="465368"/>
                </a:solidFill>
                <a:latin typeface="Apple SD Gothic Neo"/>
                <a:ea typeface="Apple SD Gothic Neo"/>
                <a:cs typeface="Apple SD Gothic Neo"/>
              </a:defRPr>
            </a:lvl6pPr>
            <a:lvl7pPr algn="l">
              <a:buNone/>
              <a:defRPr sz="1725" b="0">
                <a:solidFill>
                  <a:srgbClr val="465368"/>
                </a:solidFill>
                <a:latin typeface="Apple SD Gothic Neo"/>
                <a:ea typeface="Apple SD Gothic Neo"/>
                <a:cs typeface="Apple SD Gothic Neo"/>
              </a:defRPr>
            </a:lvl7pPr>
            <a:lvl8pPr algn="l">
              <a:buNone/>
              <a:defRPr sz="1725" b="0">
                <a:solidFill>
                  <a:srgbClr val="465368"/>
                </a:solidFill>
                <a:latin typeface="Apple SD Gothic Neo"/>
                <a:ea typeface="Apple SD Gothic Neo"/>
                <a:cs typeface="Apple SD Gothic Neo"/>
              </a:defRPr>
            </a:lvl8pPr>
            <a:lvl9pPr algn="l">
              <a:buNone/>
              <a:defRPr sz="1725" b="0">
                <a:solidFill>
                  <a:srgbClr val="465368"/>
                </a:solidFill>
                <a:latin typeface="Apple SD Gothic Neo"/>
                <a:ea typeface="Apple SD Gothic Neo"/>
                <a:cs typeface="Apple SD Gothic Neo"/>
              </a:defRPr>
            </a:lvl9pPr>
          </a:lstStyle>
          <a:p xmlns:a="http://schemas.openxmlformats.org/drawingml/2006/main">
            <a:pPr algn="l">
              <a:buNone/>
              <a:defRPr sz="1725" b="0">
                <a:solidFill>
                  <a:srgbClr val="465368"/>
                </a:solidFill>
                <a:latin typeface="Apple SD Gothic Neo"/>
                <a:ea typeface="Apple SD Gothic Neo"/>
                <a:cs typeface="Apple SD Gothic Neo"/>
              </a:defRPr>
            </a:pPr>
            <a:r>
              <a:rPr sz="1725" b="0">
                <a:solidFill>
                  <a:srgbClr val="465368"/>
                </a:solidFill>
                <a:latin typeface="Apple SD Gothic Neo"/>
                <a:ea typeface="Apple SD Gothic Neo"/>
                <a:cs typeface="Apple SD Gothic Neo"/>
              </a:rPr>
              <a:t>첫 기술로 타입을 정하고, 계승한 기술에 맞는 공격 목록을 만든다</a:t>
            </a:r>
          </a:p>
        </p:txBody>
      </p:sp>
      <p:sp>
        <p:nvSpPr>
          <p:cNvPr id="12" name="footer">
            <a:extLst xmlns:a="http://schemas.openxmlformats.org/drawingml/2006/main">
              <a:ext uri="{FF2B5EF4-FFF2-40B4-BE49-F238E27FC236}">
                <a16:creationId xmlns:a16="http://schemas.microsoft.com/office/drawing/2014/main" id="{CBA9C3DC-166B-4AD3-9151-ED5724F85F23}"/>
              </a:ext>
            </a:extLst>
          </p:cNvPr>
          <p:cNvSpPr>
            <a:spLocks xmlns:a="http://schemas.openxmlformats.org/drawingml/2006/main" noGrp="1"/>
          </p:cNvSpPr>
          <p:nvPr/>
        </p:nvSpPr>
        <p:spPr>
          <a:xfrm xmlns:a="http://schemas.openxmlformats.org/drawingml/2006/main">
            <a:off x="609600" y="64389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0">
                <a:solidFill>
                  <a:srgbClr val="768194"/>
                </a:solidFill>
                <a:latin typeface="Apple SD Gothic Neo"/>
                <a:ea typeface="Apple SD Gothic Neo"/>
                <a:cs typeface="Apple SD Gothic Neo"/>
              </a:defRPr>
            </a:defPPr>
            <a:lvl1pPr algn="l">
              <a:buNone/>
              <a:defRPr sz="1200" b="0">
                <a:solidFill>
                  <a:srgbClr val="768194"/>
                </a:solidFill>
                <a:latin typeface="Apple SD Gothic Neo"/>
                <a:ea typeface="Apple SD Gothic Neo"/>
                <a:cs typeface="Apple SD Gothic Neo"/>
              </a:defRPr>
            </a:lvl1pPr>
            <a:lvl2pPr algn="l">
              <a:buNone/>
              <a:defRPr sz="1200" b="0">
                <a:solidFill>
                  <a:srgbClr val="768194"/>
                </a:solidFill>
                <a:latin typeface="Apple SD Gothic Neo"/>
                <a:ea typeface="Apple SD Gothic Neo"/>
                <a:cs typeface="Apple SD Gothic Neo"/>
              </a:defRPr>
            </a:lvl2pPr>
            <a:lvl3pPr algn="l">
              <a:buNone/>
              <a:defRPr sz="1200" b="0">
                <a:solidFill>
                  <a:srgbClr val="768194"/>
                </a:solidFill>
                <a:latin typeface="Apple SD Gothic Neo"/>
                <a:ea typeface="Apple SD Gothic Neo"/>
                <a:cs typeface="Apple SD Gothic Neo"/>
              </a:defRPr>
            </a:lvl3pPr>
            <a:lvl4pPr algn="l">
              <a:buNone/>
              <a:defRPr sz="1200" b="0">
                <a:solidFill>
                  <a:srgbClr val="768194"/>
                </a:solidFill>
                <a:latin typeface="Apple SD Gothic Neo"/>
                <a:ea typeface="Apple SD Gothic Neo"/>
                <a:cs typeface="Apple SD Gothic Neo"/>
              </a:defRPr>
            </a:lvl4pPr>
            <a:lvl5pPr algn="l">
              <a:buNone/>
              <a:defRPr sz="1200" b="0">
                <a:solidFill>
                  <a:srgbClr val="768194"/>
                </a:solidFill>
                <a:latin typeface="Apple SD Gothic Neo"/>
                <a:ea typeface="Apple SD Gothic Neo"/>
                <a:cs typeface="Apple SD Gothic Neo"/>
              </a:defRPr>
            </a:lvl5pPr>
            <a:lvl6pPr algn="l">
              <a:buNone/>
              <a:defRPr sz="1200" b="0">
                <a:solidFill>
                  <a:srgbClr val="768194"/>
                </a:solidFill>
                <a:latin typeface="Apple SD Gothic Neo"/>
                <a:ea typeface="Apple SD Gothic Neo"/>
                <a:cs typeface="Apple SD Gothic Neo"/>
              </a:defRPr>
            </a:lvl6pPr>
            <a:lvl7pPr algn="l">
              <a:buNone/>
              <a:defRPr sz="1200" b="0">
                <a:solidFill>
                  <a:srgbClr val="768194"/>
                </a:solidFill>
                <a:latin typeface="Apple SD Gothic Neo"/>
                <a:ea typeface="Apple SD Gothic Neo"/>
                <a:cs typeface="Apple SD Gothic Neo"/>
              </a:defRPr>
            </a:lvl7pPr>
            <a:lvl8pPr algn="l">
              <a:buNone/>
              <a:defRPr sz="1200" b="0">
                <a:solidFill>
                  <a:srgbClr val="768194"/>
                </a:solidFill>
                <a:latin typeface="Apple SD Gothic Neo"/>
                <a:ea typeface="Apple SD Gothic Neo"/>
                <a:cs typeface="Apple SD Gothic Neo"/>
              </a:defRPr>
            </a:lvl8pPr>
            <a:lvl9pPr algn="l">
              <a:buNone/>
              <a:defRPr sz="1200" b="0">
                <a:solidFill>
                  <a:srgbClr val="768194"/>
                </a:solidFill>
                <a:latin typeface="Apple SD Gothic Neo"/>
                <a:ea typeface="Apple SD Gothic Neo"/>
                <a:cs typeface="Apple SD Gothic Neo"/>
              </a:defRPr>
            </a:lvl9pPr>
          </a:lstStyle>
          <a:p xmlns:a="http://schemas.openxmlformats.org/drawingml/2006/main">
            <a:pPr algn="l">
              <a:buNone/>
              <a:defRPr sz="1200" b="0">
                <a:solidFill>
                  <a:srgbClr val="768194"/>
                </a:solidFill>
                <a:latin typeface="Apple SD Gothic Neo"/>
                <a:ea typeface="Apple SD Gothic Neo"/>
                <a:cs typeface="Apple SD Gothic Neo"/>
              </a:defRPr>
            </a:pPr>
            <a:r>
              <a:rPr sz="1200" b="0">
                <a:solidFill>
                  <a:srgbClr val="768194"/>
                </a:solidFill>
                <a:latin typeface="Apple SD Gothic Neo"/>
                <a:ea typeface="Apple SD Gothic Neo"/>
                <a:cs typeface="Apple SD Gothic Neo"/>
              </a:rPr>
              <a:t>원본 자동 생성 PNG 발췌</a:t>
            </a:r>
          </a:p>
        </p:txBody>
      </p:sp>
      <p:sp>
        <p:nvSpPr>
          <p:cNvPr id="13" name="page">
            <a:extLst xmlns:a="http://schemas.openxmlformats.org/drawingml/2006/main">
              <a:ext uri="{FF2B5EF4-FFF2-40B4-BE49-F238E27FC236}">
                <a16:creationId xmlns:a16="http://schemas.microsoft.com/office/drawing/2014/main" id="{4C3C8FD9-293A-4E83-88CC-7701E6464D9A}"/>
              </a:ext>
            </a:extLst>
          </p:cNvPr>
          <p:cNvSpPr>
            <a:spLocks xmlns:a="http://schemas.openxmlformats.org/drawingml/2006/main" noGrp="1"/>
          </p:cNvSpPr>
          <p:nvPr/>
        </p:nvSpPr>
        <p:spPr>
          <a:xfrm xmlns:a="http://schemas.openxmlformats.org/drawingml/2006/main">
            <a:off x="1104900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0">
                <a:solidFill>
                  <a:srgbClr val="768194"/>
                </a:solidFill>
                <a:latin typeface="Apple SD Gothic Neo"/>
                <a:ea typeface="Apple SD Gothic Neo"/>
                <a:cs typeface="Apple SD Gothic Neo"/>
              </a:defRPr>
            </a:defPPr>
            <a:lvl1pPr algn="l">
              <a:buNone/>
              <a:defRPr sz="1200" b="0">
                <a:solidFill>
                  <a:srgbClr val="768194"/>
                </a:solidFill>
                <a:latin typeface="Apple SD Gothic Neo"/>
                <a:ea typeface="Apple SD Gothic Neo"/>
                <a:cs typeface="Apple SD Gothic Neo"/>
              </a:defRPr>
            </a:lvl1pPr>
            <a:lvl2pPr algn="l">
              <a:buNone/>
              <a:defRPr sz="1200" b="0">
                <a:solidFill>
                  <a:srgbClr val="768194"/>
                </a:solidFill>
                <a:latin typeface="Apple SD Gothic Neo"/>
                <a:ea typeface="Apple SD Gothic Neo"/>
                <a:cs typeface="Apple SD Gothic Neo"/>
              </a:defRPr>
            </a:lvl2pPr>
            <a:lvl3pPr algn="l">
              <a:buNone/>
              <a:defRPr sz="1200" b="0">
                <a:solidFill>
                  <a:srgbClr val="768194"/>
                </a:solidFill>
                <a:latin typeface="Apple SD Gothic Neo"/>
                <a:ea typeface="Apple SD Gothic Neo"/>
                <a:cs typeface="Apple SD Gothic Neo"/>
              </a:defRPr>
            </a:lvl3pPr>
            <a:lvl4pPr algn="l">
              <a:buNone/>
              <a:defRPr sz="1200" b="0">
                <a:solidFill>
                  <a:srgbClr val="768194"/>
                </a:solidFill>
                <a:latin typeface="Apple SD Gothic Neo"/>
                <a:ea typeface="Apple SD Gothic Neo"/>
                <a:cs typeface="Apple SD Gothic Neo"/>
              </a:defRPr>
            </a:lvl4pPr>
            <a:lvl5pPr algn="l">
              <a:buNone/>
              <a:defRPr sz="1200" b="0">
                <a:solidFill>
                  <a:srgbClr val="768194"/>
                </a:solidFill>
                <a:latin typeface="Apple SD Gothic Neo"/>
                <a:ea typeface="Apple SD Gothic Neo"/>
                <a:cs typeface="Apple SD Gothic Neo"/>
              </a:defRPr>
            </a:lvl5pPr>
            <a:lvl6pPr algn="l">
              <a:buNone/>
              <a:defRPr sz="1200" b="0">
                <a:solidFill>
                  <a:srgbClr val="768194"/>
                </a:solidFill>
                <a:latin typeface="Apple SD Gothic Neo"/>
                <a:ea typeface="Apple SD Gothic Neo"/>
                <a:cs typeface="Apple SD Gothic Neo"/>
              </a:defRPr>
            </a:lvl6pPr>
            <a:lvl7pPr algn="l">
              <a:buNone/>
              <a:defRPr sz="1200" b="0">
                <a:solidFill>
                  <a:srgbClr val="768194"/>
                </a:solidFill>
                <a:latin typeface="Apple SD Gothic Neo"/>
                <a:ea typeface="Apple SD Gothic Neo"/>
                <a:cs typeface="Apple SD Gothic Neo"/>
              </a:defRPr>
            </a:lvl7pPr>
            <a:lvl8pPr algn="l">
              <a:buNone/>
              <a:defRPr sz="1200" b="0">
                <a:solidFill>
                  <a:srgbClr val="768194"/>
                </a:solidFill>
                <a:latin typeface="Apple SD Gothic Neo"/>
                <a:ea typeface="Apple SD Gothic Neo"/>
                <a:cs typeface="Apple SD Gothic Neo"/>
              </a:defRPr>
            </a:lvl8pPr>
            <a:lvl9pPr algn="l">
              <a:buNone/>
              <a:defRPr sz="1200" b="0">
                <a:solidFill>
                  <a:srgbClr val="768194"/>
                </a:solidFill>
                <a:latin typeface="Apple SD Gothic Neo"/>
                <a:ea typeface="Apple SD Gothic Neo"/>
                <a:cs typeface="Apple SD Gothic Neo"/>
              </a:defRPr>
            </a:lvl9pPr>
          </a:lstStyle>
          <a:p xmlns:a="http://schemas.openxmlformats.org/drawingml/2006/main">
            <a:pPr algn="l">
              <a:buNone/>
              <a:defRPr sz="1200" b="0">
                <a:solidFill>
                  <a:srgbClr val="768194"/>
                </a:solidFill>
                <a:latin typeface="Apple SD Gothic Neo"/>
                <a:ea typeface="Apple SD Gothic Neo"/>
                <a:cs typeface="Apple SD Gothic Neo"/>
              </a:defRPr>
            </a:pPr>
            <a:r>
              <a:rPr sz="1200" b="0">
                <a:solidFill>
                  <a:srgbClr val="768194"/>
                </a:solidFill>
                <a:latin typeface="Apple SD Gothic Neo"/>
                <a:ea typeface="Apple SD Gothic Neo"/>
                <a:cs typeface="Apple SD Gothic Neo"/>
              </a:rPr>
              <a:t>02</a:t>
            </a:r>
          </a:p>
        </p:txBody>
      </p:sp>
    </p:spTree>
    <p:extLst>
      <p:ext uri="{BB962C8B-B14F-4D97-AF65-F5344CB8AC3E}">
        <p14:creationId xmlns:p14="http://schemas.microsoft.com/office/powerpoint/2010/main" val="16664190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070F5602-B8C0-489F-A7A2-2CF090DB2BAA}"/>
              </a:ext>
            </a:extLst>
          </p:cNvPr>
          <p:cNvSpPr>
            <a:spLocks xmlns:a="http://schemas.openxmlformats.org/drawingml/2006/main" noGrp="1"/>
          </p:cNvSpPr>
          <p:nvPr/>
        </p:nvSpPr>
        <p:spPr>
          <a:xfrm xmlns:a="http://schemas.openxmlformats.org/drawingml/2006/main">
            <a:off x="609600" y="3619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b="1">
                <a:solidFill>
                  <a:srgbClr val="18283D"/>
                </a:solidFill>
                <a:latin typeface="Apple SD Gothic Neo"/>
                <a:ea typeface="Apple SD Gothic Neo"/>
                <a:cs typeface="Apple SD Gothic Neo"/>
              </a:defRPr>
            </a:defPPr>
            <a:lvl1pPr algn="l">
              <a:defRPr sz="3000" b="1">
                <a:solidFill>
                  <a:srgbClr val="18283D"/>
                </a:solidFill>
                <a:latin typeface="Apple SD Gothic Neo"/>
                <a:ea typeface="Apple SD Gothic Neo"/>
                <a:cs typeface="Apple SD Gothic Neo"/>
              </a:defRPr>
            </a:lvl1pPr>
            <a:lvl2pPr algn="l">
              <a:defRPr sz="3000" b="1">
                <a:solidFill>
                  <a:srgbClr val="18283D"/>
                </a:solidFill>
                <a:latin typeface="Apple SD Gothic Neo"/>
                <a:ea typeface="Apple SD Gothic Neo"/>
                <a:cs typeface="Apple SD Gothic Neo"/>
              </a:defRPr>
            </a:lvl2pPr>
            <a:lvl3pPr algn="l">
              <a:defRPr sz="3000" b="1">
                <a:solidFill>
                  <a:srgbClr val="18283D"/>
                </a:solidFill>
                <a:latin typeface="Apple SD Gothic Neo"/>
                <a:ea typeface="Apple SD Gothic Neo"/>
                <a:cs typeface="Apple SD Gothic Neo"/>
              </a:defRPr>
            </a:lvl3pPr>
            <a:lvl4pPr algn="l">
              <a:defRPr sz="3000" b="1">
                <a:solidFill>
                  <a:srgbClr val="18283D"/>
                </a:solidFill>
                <a:latin typeface="Apple SD Gothic Neo"/>
                <a:ea typeface="Apple SD Gothic Neo"/>
                <a:cs typeface="Apple SD Gothic Neo"/>
              </a:defRPr>
            </a:lvl4pPr>
            <a:lvl5pPr algn="l">
              <a:defRPr sz="3000" b="1">
                <a:solidFill>
                  <a:srgbClr val="18283D"/>
                </a:solidFill>
                <a:latin typeface="Apple SD Gothic Neo"/>
                <a:ea typeface="Apple SD Gothic Neo"/>
                <a:cs typeface="Apple SD Gothic Neo"/>
              </a:defRPr>
            </a:lvl5pPr>
            <a:lvl6pPr algn="l">
              <a:defRPr sz="3000" b="1">
                <a:solidFill>
                  <a:srgbClr val="18283D"/>
                </a:solidFill>
                <a:latin typeface="Apple SD Gothic Neo"/>
                <a:ea typeface="Apple SD Gothic Neo"/>
                <a:cs typeface="Apple SD Gothic Neo"/>
              </a:defRPr>
            </a:lvl6pPr>
            <a:lvl7pPr algn="l">
              <a:defRPr sz="3000" b="1">
                <a:solidFill>
                  <a:srgbClr val="18283D"/>
                </a:solidFill>
                <a:latin typeface="Apple SD Gothic Neo"/>
                <a:ea typeface="Apple SD Gothic Neo"/>
                <a:cs typeface="Apple SD Gothic Neo"/>
              </a:defRPr>
            </a:lvl7pPr>
            <a:lvl8pPr algn="l">
              <a:defRPr sz="3000" b="1">
                <a:solidFill>
                  <a:srgbClr val="18283D"/>
                </a:solidFill>
                <a:latin typeface="Apple SD Gothic Neo"/>
                <a:ea typeface="Apple SD Gothic Neo"/>
                <a:cs typeface="Apple SD Gothic Neo"/>
              </a:defRPr>
            </a:lvl8pPr>
            <a:lvl9pPr algn="l">
              <a:defRPr sz="3000" b="1">
                <a:solidFill>
                  <a:srgbClr val="18283D"/>
                </a:solidFill>
                <a:latin typeface="Apple SD Gothic Neo"/>
                <a:ea typeface="Apple SD Gothic Neo"/>
                <a:cs typeface="Apple SD Gothic Neo"/>
              </a:defRPr>
            </a:lvl9pPr>
          </a:lstStyle>
          <a:p xmlns:a="http://schemas.openxmlformats.org/drawingml/2006/main">
            <a:pPr algn="l">
              <a:defRPr sz="3000" b="1">
                <a:solidFill>
                  <a:srgbClr val="18283D"/>
                </a:solidFill>
                <a:latin typeface="Apple SD Gothic Neo"/>
                <a:ea typeface="Apple SD Gothic Neo"/>
                <a:cs typeface="Apple SD Gothic Neo"/>
              </a:defRPr>
            </a:pPr>
            <a:r>
              <a:rPr sz="3000" b="1">
                <a:solidFill>
                  <a:srgbClr val="18283D"/>
                </a:solidFill>
                <a:latin typeface="Apple SD Gothic Neo"/>
                <a:ea typeface="Apple SD Gothic Neo"/>
                <a:cs typeface="Apple SD Gothic Neo"/>
              </a:rPr>
              <a:t>보스의 이동 기준</a:t>
            </a:r>
          </a:p>
        </p:txBody>
      </p:sp>
      <p:sp>
        <p:nvSpPr>
          <p:cNvPr id="2" name="subtitle">
            <a:extLst xmlns:a="http://schemas.openxmlformats.org/drawingml/2006/main">
              <a:ext uri="{FF2B5EF4-FFF2-40B4-BE49-F238E27FC236}">
                <a16:creationId xmlns:a16="http://schemas.microsoft.com/office/drawing/2014/main" id="{EC66B4E0-71A7-49CD-A88A-8D6EE8647960}"/>
              </a:ext>
            </a:extLst>
          </p:cNvPr>
          <p:cNvSpPr>
            <a:spLocks xmlns:a="http://schemas.openxmlformats.org/drawingml/2006/main" noGrp="1"/>
          </p:cNvSpPr>
          <p:nvPr/>
        </p:nvSpPr>
        <p:spPr>
          <a:xfrm xmlns:a="http://schemas.openxmlformats.org/drawingml/2006/main">
            <a:off x="609600" y="10287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526075"/>
                </a:solidFill>
                <a:latin typeface="Apple SD Gothic Neo"/>
                <a:ea typeface="Apple SD Gothic Neo"/>
                <a:cs typeface="Apple SD Gothic Neo"/>
              </a:defRPr>
            </a:defPPr>
            <a:lvl1pPr algn="l">
              <a:defRPr sz="1725" b="0">
                <a:solidFill>
                  <a:srgbClr val="526075"/>
                </a:solidFill>
                <a:latin typeface="Apple SD Gothic Neo"/>
                <a:ea typeface="Apple SD Gothic Neo"/>
                <a:cs typeface="Apple SD Gothic Neo"/>
              </a:defRPr>
            </a:lvl1pPr>
            <a:lvl2pPr algn="l">
              <a:defRPr sz="1725" b="0">
                <a:solidFill>
                  <a:srgbClr val="526075"/>
                </a:solidFill>
                <a:latin typeface="Apple SD Gothic Neo"/>
                <a:ea typeface="Apple SD Gothic Neo"/>
                <a:cs typeface="Apple SD Gothic Neo"/>
              </a:defRPr>
            </a:lvl2pPr>
            <a:lvl3pPr algn="l">
              <a:defRPr sz="1725" b="0">
                <a:solidFill>
                  <a:srgbClr val="526075"/>
                </a:solidFill>
                <a:latin typeface="Apple SD Gothic Neo"/>
                <a:ea typeface="Apple SD Gothic Neo"/>
                <a:cs typeface="Apple SD Gothic Neo"/>
              </a:defRPr>
            </a:lvl3pPr>
            <a:lvl4pPr algn="l">
              <a:defRPr sz="1725" b="0">
                <a:solidFill>
                  <a:srgbClr val="526075"/>
                </a:solidFill>
                <a:latin typeface="Apple SD Gothic Neo"/>
                <a:ea typeface="Apple SD Gothic Neo"/>
                <a:cs typeface="Apple SD Gothic Neo"/>
              </a:defRPr>
            </a:lvl4pPr>
            <a:lvl5pPr algn="l">
              <a:defRPr sz="1725" b="0">
                <a:solidFill>
                  <a:srgbClr val="526075"/>
                </a:solidFill>
                <a:latin typeface="Apple SD Gothic Neo"/>
                <a:ea typeface="Apple SD Gothic Neo"/>
                <a:cs typeface="Apple SD Gothic Neo"/>
              </a:defRPr>
            </a:lvl5pPr>
            <a:lvl6pPr algn="l">
              <a:defRPr sz="1725" b="0">
                <a:solidFill>
                  <a:srgbClr val="526075"/>
                </a:solidFill>
                <a:latin typeface="Apple SD Gothic Neo"/>
                <a:ea typeface="Apple SD Gothic Neo"/>
                <a:cs typeface="Apple SD Gothic Neo"/>
              </a:defRPr>
            </a:lvl6pPr>
            <a:lvl7pPr algn="l">
              <a:defRPr sz="1725" b="0">
                <a:solidFill>
                  <a:srgbClr val="526075"/>
                </a:solidFill>
                <a:latin typeface="Apple SD Gothic Neo"/>
                <a:ea typeface="Apple SD Gothic Neo"/>
                <a:cs typeface="Apple SD Gothic Neo"/>
              </a:defRPr>
            </a:lvl7pPr>
            <a:lvl8pPr algn="l">
              <a:defRPr sz="1725" b="0">
                <a:solidFill>
                  <a:srgbClr val="526075"/>
                </a:solidFill>
                <a:latin typeface="Apple SD Gothic Neo"/>
                <a:ea typeface="Apple SD Gothic Neo"/>
                <a:cs typeface="Apple SD Gothic Neo"/>
              </a:defRPr>
            </a:lvl8pPr>
            <a:lvl9pPr algn="l">
              <a:defRPr sz="1725" b="0">
                <a:solidFill>
                  <a:srgbClr val="526075"/>
                </a:solidFill>
                <a:latin typeface="Apple SD Gothic Neo"/>
                <a:ea typeface="Apple SD Gothic Neo"/>
                <a:cs typeface="Apple SD Gothic Neo"/>
              </a:defRPr>
            </a:lvl9pPr>
          </a:lstStyle>
          <a:p xmlns:a="http://schemas.openxmlformats.org/drawingml/2006/main">
            <a:pPr algn="l">
              <a:defRPr sz="1725" b="0">
                <a:solidFill>
                  <a:srgbClr val="526075"/>
                </a:solidFill>
                <a:latin typeface="Apple SD Gothic Neo"/>
                <a:ea typeface="Apple SD Gothic Neo"/>
                <a:cs typeface="Apple SD Gothic Neo"/>
              </a:defRPr>
            </a:pPr>
            <a:r>
              <a:rPr sz="1725" b="0">
                <a:solidFill>
                  <a:srgbClr val="526075"/>
                </a:solidFill>
                <a:latin typeface="Apple SD Gothic Neo"/>
                <a:ea typeface="Apple SD Gothic Neo"/>
                <a:cs typeface="Apple SD Gothic Neo"/>
              </a:rPr>
              <a:t>공격 사이에는 거리를 조절하고, 패턴 중에는 정해 둔 목표까지 이동한다</a:t>
            </a:r>
          </a:p>
        </p:txBody>
      </p:sp>
      <p:sp>
        <p:nvSpPr>
          <p:cNvPr id="3" name="source">
            <a:extLst xmlns:a="http://schemas.openxmlformats.org/drawingml/2006/main">
              <a:ext uri="{FF2B5EF4-FFF2-40B4-BE49-F238E27FC236}">
                <a16:creationId xmlns:a16="http://schemas.microsoft.com/office/drawing/2014/main" id="{1027761F-B60F-45DB-B6A8-692B4E1CEF24}"/>
              </a:ext>
            </a:extLst>
          </p:cNvPr>
          <p:cNvSpPr>
            <a:spLocks xmlns:a="http://schemas.openxmlformats.org/drawingml/2006/main" noGrp="1"/>
          </p:cNvSpPr>
          <p:nvPr/>
        </p:nvSpPr>
        <p:spPr>
          <a:xfrm xmlns:a="http://schemas.openxmlformats.org/drawingml/2006/main">
            <a:off x="609600" y="643890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0">
                <a:solidFill>
                  <a:srgbClr val="768194"/>
                </a:solidFill>
                <a:latin typeface="Apple SD Gothic Neo"/>
                <a:ea typeface="Apple SD Gothic Neo"/>
                <a:cs typeface="Apple SD Gothic Neo"/>
              </a:defRPr>
            </a:defPPr>
            <a:lvl1pPr algn="l">
              <a:defRPr sz="1200" b="0">
                <a:solidFill>
                  <a:srgbClr val="768194"/>
                </a:solidFill>
                <a:latin typeface="Apple SD Gothic Neo"/>
                <a:ea typeface="Apple SD Gothic Neo"/>
                <a:cs typeface="Apple SD Gothic Neo"/>
              </a:defRPr>
            </a:lvl1pPr>
            <a:lvl2pPr algn="l">
              <a:defRPr sz="1200" b="0">
                <a:solidFill>
                  <a:srgbClr val="768194"/>
                </a:solidFill>
                <a:latin typeface="Apple SD Gothic Neo"/>
                <a:ea typeface="Apple SD Gothic Neo"/>
                <a:cs typeface="Apple SD Gothic Neo"/>
              </a:defRPr>
            </a:lvl2pPr>
            <a:lvl3pPr algn="l">
              <a:defRPr sz="1200" b="0">
                <a:solidFill>
                  <a:srgbClr val="768194"/>
                </a:solidFill>
                <a:latin typeface="Apple SD Gothic Neo"/>
                <a:ea typeface="Apple SD Gothic Neo"/>
                <a:cs typeface="Apple SD Gothic Neo"/>
              </a:defRPr>
            </a:lvl3pPr>
            <a:lvl4pPr algn="l">
              <a:defRPr sz="1200" b="0">
                <a:solidFill>
                  <a:srgbClr val="768194"/>
                </a:solidFill>
                <a:latin typeface="Apple SD Gothic Neo"/>
                <a:ea typeface="Apple SD Gothic Neo"/>
                <a:cs typeface="Apple SD Gothic Neo"/>
              </a:defRPr>
            </a:lvl4pPr>
            <a:lvl5pPr algn="l">
              <a:defRPr sz="1200" b="0">
                <a:solidFill>
                  <a:srgbClr val="768194"/>
                </a:solidFill>
                <a:latin typeface="Apple SD Gothic Neo"/>
                <a:ea typeface="Apple SD Gothic Neo"/>
                <a:cs typeface="Apple SD Gothic Neo"/>
              </a:defRPr>
            </a:lvl5pPr>
            <a:lvl6pPr algn="l">
              <a:defRPr sz="1200" b="0">
                <a:solidFill>
                  <a:srgbClr val="768194"/>
                </a:solidFill>
                <a:latin typeface="Apple SD Gothic Neo"/>
                <a:ea typeface="Apple SD Gothic Neo"/>
                <a:cs typeface="Apple SD Gothic Neo"/>
              </a:defRPr>
            </a:lvl6pPr>
            <a:lvl7pPr algn="l">
              <a:defRPr sz="1200" b="0">
                <a:solidFill>
                  <a:srgbClr val="768194"/>
                </a:solidFill>
                <a:latin typeface="Apple SD Gothic Neo"/>
                <a:ea typeface="Apple SD Gothic Neo"/>
                <a:cs typeface="Apple SD Gothic Neo"/>
              </a:defRPr>
            </a:lvl7pPr>
            <a:lvl8pPr algn="l">
              <a:defRPr sz="1200" b="0">
                <a:solidFill>
                  <a:srgbClr val="768194"/>
                </a:solidFill>
                <a:latin typeface="Apple SD Gothic Neo"/>
                <a:ea typeface="Apple SD Gothic Neo"/>
                <a:cs typeface="Apple SD Gothic Neo"/>
              </a:defRPr>
            </a:lvl8pPr>
            <a:lvl9pPr algn="l">
              <a:defRPr sz="1200" b="0">
                <a:solidFill>
                  <a:srgbClr val="768194"/>
                </a:solidFill>
                <a:latin typeface="Apple SD Gothic Neo"/>
                <a:ea typeface="Apple SD Gothic Neo"/>
                <a:cs typeface="Apple SD Gothic Neo"/>
              </a:defRPr>
            </a:lvl9pPr>
          </a:lstStyle>
          <a:p xmlns:a="http://schemas.openxmlformats.org/drawingml/2006/main">
            <a:pPr algn="l">
              <a:defRPr sz="1200" b="0">
                <a:solidFill>
                  <a:srgbClr val="768194"/>
                </a:solidFill>
                <a:latin typeface="Apple SD Gothic Neo"/>
                <a:ea typeface="Apple SD Gothic Neo"/>
                <a:cs typeface="Apple SD Gothic Neo"/>
              </a:defRPr>
            </a:pPr>
            <a:r>
              <a:rPr sz="1200" b="0">
                <a:solidFill>
                  <a:srgbClr val="768194"/>
                </a:solidFill>
                <a:latin typeface="Apple SD Gothic Neo"/>
                <a:ea typeface="Apple SD Gothic Neo"/>
                <a:cs typeface="Apple SD Gothic Neo"/>
              </a:rPr>
              <a:t>KarmaEnemy.StateMachine.cs / KarmaEnemy.Presentation.cs</a:t>
            </a:r>
          </a:p>
        </p:txBody>
      </p:sp>
      <p:graphicFrame>
        <p:nvGraphicFramePr>
          <p:cNvPr id="4" name="">
            <a:extLst xmlns:a="http://schemas.openxmlformats.org/drawingml/2006/main">
              <a:ext uri="{FF2B5EF4-FFF2-40B4-BE49-F238E27FC236}">
                <a16:creationId xmlns:a16="http://schemas.microsoft.com/office/drawing/2014/main" id="{F5A6EF95-1658-43E7-99D0-2CFB3C7CE9F8}"/>
              </a:ext>
            </a:extLst>
          </p:cNvPr>
          <p:cNvGraphicFramePr/>
          <p:nvPr/>
        </p:nvGraphicFramePr>
        <p:xfrm>
          <a:off xmlns:a="http://schemas.openxmlformats.org/drawingml/2006/main" x="609600" y="1809750"/>
          <a:ext xmlns:a="http://schemas.openxmlformats.org/drawingml/2006/main" cx="10972800" cy="2857500"/>
        </p:xfrm>
        <a:graphic xmlns:a="http://schemas.openxmlformats.org/drawingml/2006/main">
          <a:graphicData uri="http://schemas.openxmlformats.org/drawingml/2006/table">
            <a:tbl>
              <a:tblPr/>
              <a:tblGrid>
                <a:gridCol w="2286000"/>
                <a:gridCol w="3905250"/>
                <a:gridCol w="4781550"/>
              </a:tblGrid>
              <a:tr h="552450">
                <a:tc>
                  <a:txBody>
                    <a:bodyPr lIns="152400" tIns="76200" rIns="133350" bIns="76200"/>
                    <a:lstStyle/>
                    <a:p>
                      <a:r>
                        <a:rPr sz="1800" b="1">
                          <a:solidFill>
                            <a:srgbClr val="263348"/>
                          </a:solidFill>
                          <a:latin typeface="Apple SD Gothic Neo"/>
                          <a:ea typeface="Apple SD Gothic Neo"/>
                          <a:cs typeface="Apple SD Gothic Neo"/>
                        </a:rPr>
                        <a:t>타입</a:t>
                      </a:r>
                    </a:p>
                  </a:txBody>
                  <a:tcPr marL="91440" marR="91440" marT="45720" marB="45720" anchor="ctr">
                    <a:lnL w="6668">
                      <a:solidFill>
                        <a:srgbClr val="D7DDE4"/>
                      </a:solidFill>
                      <a:prstDash val="solid"/>
                    </a:lnL>
                    <a:lnR w="6668">
                      <a:solidFill>
                        <a:srgbClr val="D7DDE4"/>
                      </a:solidFill>
                      <a:prstDash val="solid"/>
                    </a:lnR>
                    <a:lnT w="6668">
                      <a:solidFill>
                        <a:srgbClr val="D7DDE4"/>
                      </a:solidFill>
                      <a:prstDash val="solid"/>
                    </a:lnT>
                    <a:lnB w="6668">
                      <a:solidFill>
                        <a:srgbClr val="D7DDE4"/>
                      </a:solidFill>
                      <a:prstDash val="solid"/>
                    </a:lnB>
                    <a:solidFill>
                      <a:srgbClr val="EEF1F5"/>
                    </a:solidFill>
                  </a:tcPr>
                </a:tc>
                <a:tc>
                  <a:txBody>
                    <a:bodyPr lIns="152400" tIns="76200" rIns="133350" bIns="76200"/>
                    <a:lstStyle/>
                    <a:p>
                      <a:r>
                        <a:rPr sz="1800" b="1">
                          <a:solidFill>
                            <a:srgbClr val="263348"/>
                          </a:solidFill>
                          <a:latin typeface="Apple SD Gothic Neo"/>
                          <a:ea typeface="Apple SD Gothic Neo"/>
                          <a:cs typeface="Apple SD Gothic Neo"/>
                        </a:rPr>
                        <a:t>플레이어에게 접근</a:t>
                      </a:r>
                    </a:p>
                  </a:txBody>
                  <a:tcPr marL="91440" marR="91440" marT="45720" marB="45720" anchor="ctr">
                    <a:lnR w="6668">
                      <a:solidFill>
                        <a:srgbClr val="D7DDE4"/>
                      </a:solidFill>
                      <a:prstDash val="solid"/>
                    </a:lnR>
                    <a:lnT w="6668">
                      <a:solidFill>
                        <a:srgbClr val="D7DDE4"/>
                      </a:solidFill>
                      <a:prstDash val="solid"/>
                    </a:lnT>
                    <a:lnB w="6668">
                      <a:solidFill>
                        <a:srgbClr val="D7DDE4"/>
                      </a:solidFill>
                      <a:prstDash val="solid"/>
                    </a:lnB>
                    <a:solidFill>
                      <a:srgbClr val="EEF1F5"/>
                    </a:solidFill>
                  </a:tcPr>
                </a:tc>
                <a:tc>
                  <a:txBody>
                    <a:bodyPr lIns="152400" tIns="76200" rIns="133350" bIns="76200"/>
                    <a:lstStyle/>
                    <a:p>
                      <a:r>
                        <a:rPr sz="1800" b="1">
                          <a:solidFill>
                            <a:srgbClr val="263348"/>
                          </a:solidFill>
                          <a:latin typeface="Apple SD Gothic Neo"/>
                          <a:ea typeface="Apple SD Gothic Neo"/>
                          <a:cs typeface="Apple SD Gothic Neo"/>
                        </a:rPr>
                        <a:t>플레이어에게서 후퇴</a:t>
                      </a:r>
                    </a:p>
                  </a:txBody>
                  <a:tcPr marL="91440" marR="91440" marT="45720" marB="45720" anchor="ctr">
                    <a:lnR w="6668">
                      <a:solidFill>
                        <a:srgbClr val="D7DDE4"/>
                      </a:solidFill>
                      <a:prstDash val="solid"/>
                    </a:lnR>
                    <a:lnT w="6668">
                      <a:solidFill>
                        <a:srgbClr val="D7DDE4"/>
                      </a:solidFill>
                      <a:prstDash val="solid"/>
                    </a:lnT>
                    <a:lnB w="6668">
                      <a:solidFill>
                        <a:srgbClr val="D7DDE4"/>
                      </a:solidFill>
                      <a:prstDash val="solid"/>
                    </a:lnB>
                    <a:solidFill>
                      <a:srgbClr val="EEF1F5"/>
                    </a:solidFill>
                  </a:tcPr>
                </a:tc>
              </a:tr>
              <a:tr h="768350">
                <a:tc>
                  <a:txBody>
                    <a:bodyPr lIns="152400" tIns="76200" rIns="133350" bIns="76200"/>
                    <a:lstStyle/>
                    <a:p>
                      <a:r>
                        <a:rPr sz="1800" b="0">
                          <a:solidFill>
                            <a:srgbClr val="263348"/>
                          </a:solidFill>
                          <a:latin typeface="Apple SD Gothic Neo"/>
                          <a:ea typeface="Apple SD Gothic Neo"/>
                          <a:cs typeface="Apple SD Gothic Neo"/>
                        </a:rPr>
                        <a:t>검기형</a:t>
                      </a:r>
                    </a:p>
                  </a:txBody>
                  <a:tcPr marL="91440" marR="91440" marT="45720" marB="45720" anchor="ctr">
                    <a:lnL w="6668">
                      <a:solidFill>
                        <a:srgbClr val="D7DDE4"/>
                      </a:solidFill>
                      <a:prstDash val="solid"/>
                    </a:lnL>
                    <a:lnR w="6668">
                      <a:solidFill>
                        <a:srgbClr val="D7DDE4"/>
                      </a:solidFill>
                      <a:prstDash val="solid"/>
                    </a:lnR>
                    <a:lnB w="6668">
                      <a:solidFill>
                        <a:srgbClr val="D7DDE4"/>
                      </a:solidFill>
                      <a:prstDash val="solid"/>
                    </a:lnB>
                    <a:solidFill>
                      <a:srgbClr val="FFFFFF"/>
                    </a:solidFill>
                  </a:tcPr>
                </a:tc>
                <a:tc>
                  <a:txBody>
                    <a:bodyPr lIns="152400" tIns="76200" rIns="133350" bIns="76200"/>
                    <a:lstStyle/>
                    <a:p>
                      <a:r>
                        <a:rPr sz="1800" b="0">
                          <a:solidFill>
                            <a:srgbClr val="263348"/>
                          </a:solidFill>
                          <a:latin typeface="Apple SD Gothic Neo"/>
                          <a:ea typeface="Apple SD Gothic Neo"/>
                          <a:cs typeface="Apple SD Gothic Neo"/>
                        </a:rPr>
                        <a:t>수평 거리 14 초과</a:t>
                      </a:r>
                    </a:p>
                  </a:txBody>
                  <a:tcPr marL="91440" marR="91440" marT="45720" marB="45720" anchor="ctr">
                    <a:lnR w="6668">
                      <a:solidFill>
                        <a:srgbClr val="D7DDE4"/>
                      </a:solidFill>
                      <a:prstDash val="solid"/>
                    </a:lnR>
                    <a:lnB w="6668">
                      <a:solidFill>
                        <a:srgbClr val="D7DDE4"/>
                      </a:solidFill>
                      <a:prstDash val="solid"/>
                    </a:lnB>
                    <a:solidFill>
                      <a:srgbClr val="FFFFFF"/>
                    </a:solidFill>
                  </a:tcPr>
                </a:tc>
                <a:tc>
                  <a:txBody>
                    <a:bodyPr lIns="152400" tIns="76200" rIns="133350" bIns="76200"/>
                    <a:lstStyle/>
                    <a:p>
                      <a:r>
                        <a:rPr sz="1800" b="0">
                          <a:solidFill>
                            <a:srgbClr val="263348"/>
                          </a:solidFill>
                          <a:latin typeface="Apple SD Gothic Neo"/>
                          <a:ea typeface="Apple SD Gothic Neo"/>
                          <a:cs typeface="Apple SD Gothic Neo"/>
                        </a:rPr>
                        <a:t>수평 거리 8.4 미만</a:t>
                      </a:r>
                    </a:p>
                  </a:txBody>
                  <a:tcPr marL="91440" marR="91440" marT="45720" marB="45720" anchor="ctr">
                    <a:lnR w="6668">
                      <a:solidFill>
                        <a:srgbClr val="D7DDE4"/>
                      </a:solidFill>
                      <a:prstDash val="solid"/>
                    </a:lnR>
                    <a:lnB w="6668">
                      <a:solidFill>
                        <a:srgbClr val="D7DDE4"/>
                      </a:solidFill>
                      <a:prstDash val="solid"/>
                    </a:lnB>
                    <a:solidFill>
                      <a:srgbClr val="FFFFFF"/>
                    </a:solidFill>
                  </a:tcPr>
                </a:tc>
              </a:tr>
              <a:tr h="768350">
                <a:tc>
                  <a:txBody>
                    <a:bodyPr lIns="152400" tIns="76200" rIns="133350" bIns="76200"/>
                    <a:lstStyle/>
                    <a:p>
                      <a:r>
                        <a:rPr sz="1800" b="0">
                          <a:solidFill>
                            <a:srgbClr val="263348"/>
                          </a:solidFill>
                          <a:latin typeface="Apple SD Gothic Neo"/>
                          <a:ea typeface="Apple SD Gothic Neo"/>
                          <a:cs typeface="Apple SD Gothic Neo"/>
                        </a:rPr>
                        <a:t>상승베기형 / 기본형</a:t>
                      </a:r>
                    </a:p>
                  </a:txBody>
                  <a:tcPr marL="91440" marR="91440" marT="45720" marB="45720" anchor="ctr">
                    <a:lnL w="6668">
                      <a:solidFill>
                        <a:srgbClr val="D7DDE4"/>
                      </a:solidFill>
                      <a:prstDash val="solid"/>
                    </a:lnL>
                    <a:lnR w="6668">
                      <a:solidFill>
                        <a:srgbClr val="D7DDE4"/>
                      </a:solidFill>
                      <a:prstDash val="solid"/>
                    </a:lnR>
                    <a:lnB w="6668">
                      <a:solidFill>
                        <a:srgbClr val="D7DDE4"/>
                      </a:solidFill>
                      <a:prstDash val="solid"/>
                    </a:lnB>
                    <a:solidFill>
                      <a:srgbClr val="FFFFFF"/>
                    </a:solidFill>
                  </a:tcPr>
                </a:tc>
                <a:tc>
                  <a:txBody>
                    <a:bodyPr lIns="152400" tIns="76200" rIns="133350" bIns="76200"/>
                    <a:lstStyle/>
                    <a:p>
                      <a:r>
                        <a:rPr sz="1800" b="0">
                          <a:solidFill>
                            <a:srgbClr val="263348"/>
                          </a:solidFill>
                          <a:latin typeface="Apple SD Gothic Neo"/>
                          <a:ea typeface="Apple SD Gothic Neo"/>
                          <a:cs typeface="Apple SD Gothic Neo"/>
                        </a:rPr>
                        <a:t>수평 거리 7 초과</a:t>
                      </a:r>
                    </a:p>
                  </a:txBody>
                  <a:tcPr marL="91440" marR="91440" marT="45720" marB="45720" anchor="ctr">
                    <a:lnR w="6668">
                      <a:solidFill>
                        <a:srgbClr val="D7DDE4"/>
                      </a:solidFill>
                      <a:prstDash val="solid"/>
                    </a:lnR>
                    <a:lnB w="6668">
                      <a:solidFill>
                        <a:srgbClr val="D7DDE4"/>
                      </a:solidFill>
                      <a:prstDash val="solid"/>
                    </a:lnB>
                    <a:solidFill>
                      <a:srgbClr val="FFFFFF"/>
                    </a:solidFill>
                  </a:tcPr>
                </a:tc>
                <a:tc>
                  <a:txBody>
                    <a:bodyPr lIns="152400" tIns="76200" rIns="133350" bIns="76200"/>
                    <a:lstStyle/>
                    <a:p>
                      <a:r>
                        <a:rPr sz="1800" b="0">
                          <a:solidFill>
                            <a:srgbClr val="263348"/>
                          </a:solidFill>
                          <a:latin typeface="Apple SD Gothic Neo"/>
                          <a:ea typeface="Apple SD Gothic Neo"/>
                          <a:cs typeface="Apple SD Gothic Neo"/>
                        </a:rPr>
                        <a:t>일반 이동에서는 후퇴하지 않음</a:t>
                      </a:r>
                    </a:p>
                  </a:txBody>
                  <a:tcPr marL="91440" marR="91440" marT="45720" marB="45720" anchor="ctr">
                    <a:lnR w="6668">
                      <a:solidFill>
                        <a:srgbClr val="D7DDE4"/>
                      </a:solidFill>
                      <a:prstDash val="solid"/>
                    </a:lnR>
                    <a:lnB w="6668">
                      <a:solidFill>
                        <a:srgbClr val="D7DDE4"/>
                      </a:solidFill>
                      <a:prstDash val="solid"/>
                    </a:lnB>
                    <a:solidFill>
                      <a:srgbClr val="FFFFFF"/>
                    </a:solidFill>
                  </a:tcPr>
                </a:tc>
              </a:tr>
              <a:tr h="768350">
                <a:tc>
                  <a:txBody>
                    <a:bodyPr lIns="152400" tIns="76200" rIns="133350" bIns="76200"/>
                    <a:lstStyle/>
                    <a:p>
                      <a:r>
                        <a:rPr sz="1800" b="0">
                          <a:solidFill>
                            <a:srgbClr val="263348"/>
                          </a:solidFill>
                          <a:latin typeface="Apple SD Gothic Neo"/>
                          <a:ea typeface="Apple SD Gothic Neo"/>
                          <a:cs typeface="Apple SD Gothic Neo"/>
                        </a:rPr>
                        <a:t>방어형</a:t>
                      </a:r>
                    </a:p>
                  </a:txBody>
                  <a:tcPr marL="91440" marR="91440" marT="45720" marB="45720" anchor="ctr">
                    <a:lnL w="6668">
                      <a:solidFill>
                        <a:srgbClr val="D7DDE4"/>
                      </a:solidFill>
                      <a:prstDash val="solid"/>
                    </a:lnL>
                    <a:lnR w="6668">
                      <a:solidFill>
                        <a:srgbClr val="D7DDE4"/>
                      </a:solidFill>
                      <a:prstDash val="solid"/>
                    </a:lnR>
                    <a:lnB w="6668">
                      <a:solidFill>
                        <a:srgbClr val="D7DDE4"/>
                      </a:solidFill>
                      <a:prstDash val="solid"/>
                    </a:lnB>
                    <a:solidFill>
                      <a:srgbClr val="FFFFFF"/>
                    </a:solidFill>
                  </a:tcPr>
                </a:tc>
                <a:tc>
                  <a:txBody>
                    <a:bodyPr lIns="152400" tIns="76200" rIns="133350" bIns="76200"/>
                    <a:lstStyle/>
                    <a:p>
                      <a:r>
                        <a:rPr sz="1800" b="0">
                          <a:solidFill>
                            <a:srgbClr val="263348"/>
                          </a:solidFill>
                          <a:latin typeface="Apple SD Gothic Neo"/>
                          <a:ea typeface="Apple SD Gothic Neo"/>
                          <a:cs typeface="Apple SD Gothic Neo"/>
                        </a:rPr>
                        <a:t>수평 거리 6 초과</a:t>
                      </a:r>
                    </a:p>
                  </a:txBody>
                  <a:tcPr marL="91440" marR="91440" marT="45720" marB="45720" anchor="ctr">
                    <a:lnR w="6668">
                      <a:solidFill>
                        <a:srgbClr val="D7DDE4"/>
                      </a:solidFill>
                      <a:prstDash val="solid"/>
                    </a:lnR>
                    <a:lnB w="6668">
                      <a:solidFill>
                        <a:srgbClr val="D7DDE4"/>
                      </a:solidFill>
                      <a:prstDash val="solid"/>
                    </a:lnB>
                    <a:solidFill>
                      <a:srgbClr val="FFFFFF"/>
                    </a:solidFill>
                  </a:tcPr>
                </a:tc>
                <a:tc>
                  <a:txBody>
                    <a:bodyPr lIns="152400" tIns="76200" rIns="133350" bIns="76200"/>
                    <a:lstStyle/>
                    <a:p>
                      <a:r>
                        <a:rPr sz="1800" b="0">
                          <a:solidFill>
                            <a:srgbClr val="263348"/>
                          </a:solidFill>
                          <a:latin typeface="Apple SD Gothic Neo"/>
                          <a:ea typeface="Apple SD Gothic Neo"/>
                          <a:cs typeface="Apple SD Gothic Neo"/>
                        </a:rPr>
                        <a:t>일반 이동에서는 후퇴하지 않음</a:t>
                      </a:r>
                    </a:p>
                  </a:txBody>
                  <a:tcPr marL="91440" marR="91440" marT="45720" marB="45720" anchor="ctr">
                    <a:lnR w="6668">
                      <a:solidFill>
                        <a:srgbClr val="D7DDE4"/>
                      </a:solidFill>
                      <a:prstDash val="solid"/>
                    </a:lnR>
                    <a:lnB w="6668">
                      <a:solidFill>
                        <a:srgbClr val="D7DDE4"/>
                      </a:solidFill>
                      <a:prstDash val="solid"/>
                    </a:lnB>
                    <a:solidFill>
                      <a:srgbClr val="FFFFFF"/>
                    </a:solidFill>
                  </a:tcPr>
                </a:tc>
              </a:tr>
            </a:tbl>
          </a:graphicData>
        </a:graphic>
      </p:graphicFrame>
      <p:sp>
        <p:nvSpPr>
          <p:cNvPr id="5" name="units">
            <a:extLst xmlns:a="http://schemas.openxmlformats.org/drawingml/2006/main">
              <a:ext uri="{FF2B5EF4-FFF2-40B4-BE49-F238E27FC236}">
                <a16:creationId xmlns:a16="http://schemas.microsoft.com/office/drawing/2014/main" id="{F7BC7CE2-B7F0-4189-98BE-8C5C44AD5CBD}"/>
              </a:ext>
            </a:extLst>
          </p:cNvPr>
          <p:cNvSpPr>
            <a:spLocks xmlns:a="http://schemas.openxmlformats.org/drawingml/2006/main" noGrp="1"/>
          </p:cNvSpPr>
          <p:nvPr/>
        </p:nvSpPr>
        <p:spPr>
          <a:xfrm xmlns:a="http://schemas.openxmlformats.org/drawingml/2006/main">
            <a:off x="609600" y="48672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75" b="0">
                <a:solidFill>
                  <a:srgbClr val="526075"/>
                </a:solidFill>
                <a:latin typeface="Apple SD Gothic Neo"/>
                <a:ea typeface="Apple SD Gothic Neo"/>
                <a:cs typeface="Apple SD Gothic Neo"/>
              </a:defRPr>
            </a:defPPr>
            <a:lvl1pPr algn="l">
              <a:defRPr sz="1575" b="0">
                <a:solidFill>
                  <a:srgbClr val="526075"/>
                </a:solidFill>
                <a:latin typeface="Apple SD Gothic Neo"/>
                <a:ea typeface="Apple SD Gothic Neo"/>
                <a:cs typeface="Apple SD Gothic Neo"/>
              </a:defRPr>
            </a:lvl1pPr>
            <a:lvl2pPr algn="l">
              <a:defRPr sz="1575" b="0">
                <a:solidFill>
                  <a:srgbClr val="526075"/>
                </a:solidFill>
                <a:latin typeface="Apple SD Gothic Neo"/>
                <a:ea typeface="Apple SD Gothic Neo"/>
                <a:cs typeface="Apple SD Gothic Neo"/>
              </a:defRPr>
            </a:lvl2pPr>
            <a:lvl3pPr algn="l">
              <a:defRPr sz="1575" b="0">
                <a:solidFill>
                  <a:srgbClr val="526075"/>
                </a:solidFill>
                <a:latin typeface="Apple SD Gothic Neo"/>
                <a:ea typeface="Apple SD Gothic Neo"/>
                <a:cs typeface="Apple SD Gothic Neo"/>
              </a:defRPr>
            </a:lvl3pPr>
            <a:lvl4pPr algn="l">
              <a:defRPr sz="1575" b="0">
                <a:solidFill>
                  <a:srgbClr val="526075"/>
                </a:solidFill>
                <a:latin typeface="Apple SD Gothic Neo"/>
                <a:ea typeface="Apple SD Gothic Neo"/>
                <a:cs typeface="Apple SD Gothic Neo"/>
              </a:defRPr>
            </a:lvl4pPr>
            <a:lvl5pPr algn="l">
              <a:defRPr sz="1575" b="0">
                <a:solidFill>
                  <a:srgbClr val="526075"/>
                </a:solidFill>
                <a:latin typeface="Apple SD Gothic Neo"/>
                <a:ea typeface="Apple SD Gothic Neo"/>
                <a:cs typeface="Apple SD Gothic Neo"/>
              </a:defRPr>
            </a:lvl5pPr>
            <a:lvl6pPr algn="l">
              <a:defRPr sz="1575" b="0">
                <a:solidFill>
                  <a:srgbClr val="526075"/>
                </a:solidFill>
                <a:latin typeface="Apple SD Gothic Neo"/>
                <a:ea typeface="Apple SD Gothic Neo"/>
                <a:cs typeface="Apple SD Gothic Neo"/>
              </a:defRPr>
            </a:lvl6pPr>
            <a:lvl7pPr algn="l">
              <a:defRPr sz="1575" b="0">
                <a:solidFill>
                  <a:srgbClr val="526075"/>
                </a:solidFill>
                <a:latin typeface="Apple SD Gothic Neo"/>
                <a:ea typeface="Apple SD Gothic Neo"/>
                <a:cs typeface="Apple SD Gothic Neo"/>
              </a:defRPr>
            </a:lvl7pPr>
            <a:lvl8pPr algn="l">
              <a:defRPr sz="1575" b="0">
                <a:solidFill>
                  <a:srgbClr val="526075"/>
                </a:solidFill>
                <a:latin typeface="Apple SD Gothic Neo"/>
                <a:ea typeface="Apple SD Gothic Neo"/>
                <a:cs typeface="Apple SD Gothic Neo"/>
              </a:defRPr>
            </a:lvl8pPr>
            <a:lvl9pPr algn="l">
              <a:defRPr sz="1575" b="0">
                <a:solidFill>
                  <a:srgbClr val="526075"/>
                </a:solidFill>
                <a:latin typeface="Apple SD Gothic Neo"/>
                <a:ea typeface="Apple SD Gothic Neo"/>
                <a:cs typeface="Apple SD Gothic Neo"/>
              </a:defRPr>
            </a:lvl9pPr>
          </a:lstStyle>
          <a:p xmlns:a="http://schemas.openxmlformats.org/drawingml/2006/main">
            <a:pPr algn="l">
              <a:defRPr sz="1575" b="0">
                <a:solidFill>
                  <a:srgbClr val="526075"/>
                </a:solidFill>
                <a:latin typeface="Apple SD Gothic Neo"/>
                <a:ea typeface="Apple SD Gothic Neo"/>
                <a:cs typeface="Apple SD Gothic Neo"/>
              </a:defRPr>
            </a:pPr>
            <a:r>
              <a:rPr sz="1575" b="0">
                <a:solidFill>
                  <a:srgbClr val="526075"/>
                </a:solidFill>
                <a:latin typeface="Apple SD Gothic Neo"/>
                <a:ea typeface="Apple SD Gothic Neo"/>
                <a:cs typeface="Apple SD Gothic Neo"/>
              </a:rPr>
              <a:t>거리 단위는 월드 좌표 기준이며, 현재 KarmaSpace.Scale은 2이다</a:t>
            </a:r>
          </a:p>
        </p:txBody>
      </p:sp>
      <p:sp>
        <p:nvSpPr>
          <p:cNvPr id="6" name="move-method">
            <a:extLst xmlns:a="http://schemas.openxmlformats.org/drawingml/2006/main">
              <a:ext uri="{FF2B5EF4-FFF2-40B4-BE49-F238E27FC236}">
                <a16:creationId xmlns:a16="http://schemas.microsoft.com/office/drawing/2014/main" id="{04BBD049-6138-4AA4-9792-E5ED29E463DC}"/>
              </a:ext>
            </a:extLst>
          </p:cNvPr>
          <p:cNvSpPr>
            <a:spLocks xmlns:a="http://schemas.openxmlformats.org/drawingml/2006/main" noGrp="1"/>
          </p:cNvSpPr>
          <p:nvPr/>
        </p:nvSpPr>
        <p:spPr>
          <a:xfrm xmlns:a="http://schemas.openxmlformats.org/drawingml/2006/main">
            <a:off x="609600" y="53911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1">
                <a:solidFill>
                  <a:srgbClr val="263348"/>
                </a:solidFill>
                <a:latin typeface="Apple SD Gothic Neo"/>
                <a:ea typeface="Apple SD Gothic Neo"/>
                <a:cs typeface="Apple SD Gothic Neo"/>
              </a:defRPr>
            </a:defPPr>
            <a:lvl1pPr algn="l">
              <a:defRPr sz="1950" b="1">
                <a:solidFill>
                  <a:srgbClr val="263348"/>
                </a:solidFill>
                <a:latin typeface="Apple SD Gothic Neo"/>
                <a:ea typeface="Apple SD Gothic Neo"/>
                <a:cs typeface="Apple SD Gothic Neo"/>
              </a:defRPr>
            </a:lvl1pPr>
            <a:lvl2pPr algn="l">
              <a:defRPr sz="1950" b="1">
                <a:solidFill>
                  <a:srgbClr val="263348"/>
                </a:solidFill>
                <a:latin typeface="Apple SD Gothic Neo"/>
                <a:ea typeface="Apple SD Gothic Neo"/>
                <a:cs typeface="Apple SD Gothic Neo"/>
              </a:defRPr>
            </a:lvl2pPr>
            <a:lvl3pPr algn="l">
              <a:defRPr sz="1950" b="1">
                <a:solidFill>
                  <a:srgbClr val="263348"/>
                </a:solidFill>
                <a:latin typeface="Apple SD Gothic Neo"/>
                <a:ea typeface="Apple SD Gothic Neo"/>
                <a:cs typeface="Apple SD Gothic Neo"/>
              </a:defRPr>
            </a:lvl3pPr>
            <a:lvl4pPr algn="l">
              <a:defRPr sz="1950" b="1">
                <a:solidFill>
                  <a:srgbClr val="263348"/>
                </a:solidFill>
                <a:latin typeface="Apple SD Gothic Neo"/>
                <a:ea typeface="Apple SD Gothic Neo"/>
                <a:cs typeface="Apple SD Gothic Neo"/>
              </a:defRPr>
            </a:lvl4pPr>
            <a:lvl5pPr algn="l">
              <a:defRPr sz="1950" b="1">
                <a:solidFill>
                  <a:srgbClr val="263348"/>
                </a:solidFill>
                <a:latin typeface="Apple SD Gothic Neo"/>
                <a:ea typeface="Apple SD Gothic Neo"/>
                <a:cs typeface="Apple SD Gothic Neo"/>
              </a:defRPr>
            </a:lvl5pPr>
            <a:lvl6pPr algn="l">
              <a:defRPr sz="1950" b="1">
                <a:solidFill>
                  <a:srgbClr val="263348"/>
                </a:solidFill>
                <a:latin typeface="Apple SD Gothic Neo"/>
                <a:ea typeface="Apple SD Gothic Neo"/>
                <a:cs typeface="Apple SD Gothic Neo"/>
              </a:defRPr>
            </a:lvl6pPr>
            <a:lvl7pPr algn="l">
              <a:defRPr sz="1950" b="1">
                <a:solidFill>
                  <a:srgbClr val="263348"/>
                </a:solidFill>
                <a:latin typeface="Apple SD Gothic Neo"/>
                <a:ea typeface="Apple SD Gothic Neo"/>
                <a:cs typeface="Apple SD Gothic Neo"/>
              </a:defRPr>
            </a:lvl7pPr>
            <a:lvl8pPr algn="l">
              <a:defRPr sz="1950" b="1">
                <a:solidFill>
                  <a:srgbClr val="263348"/>
                </a:solidFill>
                <a:latin typeface="Apple SD Gothic Neo"/>
                <a:ea typeface="Apple SD Gothic Neo"/>
                <a:cs typeface="Apple SD Gothic Neo"/>
              </a:defRPr>
            </a:lvl8pPr>
            <a:lvl9pPr algn="l">
              <a:defRPr sz="1950" b="1">
                <a:solidFill>
                  <a:srgbClr val="263348"/>
                </a:solidFill>
                <a:latin typeface="Apple SD Gothic Neo"/>
                <a:ea typeface="Apple SD Gothic Neo"/>
                <a:cs typeface="Apple SD Gothic Neo"/>
              </a:defRPr>
            </a:lvl9pPr>
          </a:lstStyle>
          <a:p xmlns:a="http://schemas.openxmlformats.org/drawingml/2006/main">
            <a:pPr algn="l">
              <a:defRPr sz="1950" b="1">
                <a:solidFill>
                  <a:srgbClr val="263348"/>
                </a:solidFill>
                <a:latin typeface="Apple SD Gothic Neo"/>
                <a:ea typeface="Apple SD Gothic Neo"/>
                <a:cs typeface="Apple SD Gothic Neo"/>
              </a:defRPr>
            </a:pPr>
            <a:r>
              <a:rPr sz="1950" b="1">
                <a:solidFill>
                  <a:srgbClr val="263348"/>
                </a:solidFill>
                <a:latin typeface="Apple SD Gothic Neo"/>
                <a:ea typeface="Apple SD Gothic Neo"/>
                <a:cs typeface="Apple SD Gothic Neo"/>
              </a:rPr>
              <a:t>일반 이동  Move()     수평 이동 후 전장 경계로 제한</a:t>
            </a:r>
          </a:p>
        </p:txBody>
      </p:sp>
      <p:sp>
        <p:nvSpPr>
          <p:cNvPr id="7" name="motion-method">
            <a:extLst xmlns:a="http://schemas.openxmlformats.org/drawingml/2006/main">
              <a:ext uri="{FF2B5EF4-FFF2-40B4-BE49-F238E27FC236}">
                <a16:creationId xmlns:a16="http://schemas.microsoft.com/office/drawing/2014/main" id="{72EF8C87-9A2A-4C2B-A0CF-8B23D5938870}"/>
              </a:ext>
            </a:extLst>
          </p:cNvPr>
          <p:cNvSpPr>
            <a:spLocks xmlns:a="http://schemas.openxmlformats.org/drawingml/2006/main" noGrp="1"/>
          </p:cNvSpPr>
          <p:nvPr/>
        </p:nvSpPr>
        <p:spPr>
          <a:xfrm xmlns:a="http://schemas.openxmlformats.org/drawingml/2006/main">
            <a:off x="609600" y="583882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1">
                <a:solidFill>
                  <a:srgbClr val="263348"/>
                </a:solidFill>
                <a:latin typeface="Apple SD Gothic Neo"/>
                <a:ea typeface="Apple SD Gothic Neo"/>
                <a:cs typeface="Apple SD Gothic Neo"/>
              </a:defRPr>
            </a:defPPr>
            <a:lvl1pPr algn="l">
              <a:defRPr sz="1950" b="1">
                <a:solidFill>
                  <a:srgbClr val="263348"/>
                </a:solidFill>
                <a:latin typeface="Apple SD Gothic Neo"/>
                <a:ea typeface="Apple SD Gothic Neo"/>
                <a:cs typeface="Apple SD Gothic Neo"/>
              </a:defRPr>
            </a:lvl1pPr>
            <a:lvl2pPr algn="l">
              <a:defRPr sz="1950" b="1">
                <a:solidFill>
                  <a:srgbClr val="263348"/>
                </a:solidFill>
                <a:latin typeface="Apple SD Gothic Neo"/>
                <a:ea typeface="Apple SD Gothic Neo"/>
                <a:cs typeface="Apple SD Gothic Neo"/>
              </a:defRPr>
            </a:lvl2pPr>
            <a:lvl3pPr algn="l">
              <a:defRPr sz="1950" b="1">
                <a:solidFill>
                  <a:srgbClr val="263348"/>
                </a:solidFill>
                <a:latin typeface="Apple SD Gothic Neo"/>
                <a:ea typeface="Apple SD Gothic Neo"/>
                <a:cs typeface="Apple SD Gothic Neo"/>
              </a:defRPr>
            </a:lvl3pPr>
            <a:lvl4pPr algn="l">
              <a:defRPr sz="1950" b="1">
                <a:solidFill>
                  <a:srgbClr val="263348"/>
                </a:solidFill>
                <a:latin typeface="Apple SD Gothic Neo"/>
                <a:ea typeface="Apple SD Gothic Neo"/>
                <a:cs typeface="Apple SD Gothic Neo"/>
              </a:defRPr>
            </a:lvl4pPr>
            <a:lvl5pPr algn="l">
              <a:defRPr sz="1950" b="1">
                <a:solidFill>
                  <a:srgbClr val="263348"/>
                </a:solidFill>
                <a:latin typeface="Apple SD Gothic Neo"/>
                <a:ea typeface="Apple SD Gothic Neo"/>
                <a:cs typeface="Apple SD Gothic Neo"/>
              </a:defRPr>
            </a:lvl5pPr>
            <a:lvl6pPr algn="l">
              <a:defRPr sz="1950" b="1">
                <a:solidFill>
                  <a:srgbClr val="263348"/>
                </a:solidFill>
                <a:latin typeface="Apple SD Gothic Neo"/>
                <a:ea typeface="Apple SD Gothic Neo"/>
                <a:cs typeface="Apple SD Gothic Neo"/>
              </a:defRPr>
            </a:lvl6pPr>
            <a:lvl7pPr algn="l">
              <a:defRPr sz="1950" b="1">
                <a:solidFill>
                  <a:srgbClr val="263348"/>
                </a:solidFill>
                <a:latin typeface="Apple SD Gothic Neo"/>
                <a:ea typeface="Apple SD Gothic Neo"/>
                <a:cs typeface="Apple SD Gothic Neo"/>
              </a:defRPr>
            </a:lvl7pPr>
            <a:lvl8pPr algn="l">
              <a:defRPr sz="1950" b="1">
                <a:solidFill>
                  <a:srgbClr val="263348"/>
                </a:solidFill>
                <a:latin typeface="Apple SD Gothic Neo"/>
                <a:ea typeface="Apple SD Gothic Neo"/>
                <a:cs typeface="Apple SD Gothic Neo"/>
              </a:defRPr>
            </a:lvl8pPr>
            <a:lvl9pPr algn="l">
              <a:defRPr sz="1950" b="1">
                <a:solidFill>
                  <a:srgbClr val="263348"/>
                </a:solidFill>
                <a:latin typeface="Apple SD Gothic Neo"/>
                <a:ea typeface="Apple SD Gothic Neo"/>
                <a:cs typeface="Apple SD Gothic Neo"/>
              </a:defRPr>
            </a:lvl9pPr>
          </a:lstStyle>
          <a:p xmlns:a="http://schemas.openxmlformats.org/drawingml/2006/main">
            <a:pPr algn="l">
              <a:defRPr sz="1950" b="1">
                <a:solidFill>
                  <a:srgbClr val="263348"/>
                </a:solidFill>
                <a:latin typeface="Apple SD Gothic Neo"/>
                <a:ea typeface="Apple SD Gothic Neo"/>
                <a:cs typeface="Apple SD Gothic Neo"/>
              </a:defRPr>
            </a:pPr>
            <a:r>
              <a:rPr sz="1950" b="1">
                <a:solidFill>
                  <a:srgbClr val="263348"/>
                </a:solidFill>
                <a:latin typeface="Apple SD Gothic Neo"/>
                <a:ea typeface="Apple SD Gothic Neo"/>
                <a:cs typeface="Apple SD Gothic Neo"/>
              </a:rPr>
              <a:t>패턴 이동  Motion()     시작점과 목표점 사이를 시간에 따라 보간</a:t>
            </a:r>
          </a:p>
        </p:txBody>
      </p:sp>
    </p:spTree>
    <p:extLst>
      <p:ext uri="{BB962C8B-B14F-4D97-AF65-F5344CB8AC3E}">
        <p14:creationId xmlns:p14="http://schemas.microsoft.com/office/powerpoint/2010/main" val="4996392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itle">
            <a:extLst xmlns:a="http://schemas.openxmlformats.org/drawingml/2006/main">
              <a:ext uri="{FF2B5EF4-FFF2-40B4-BE49-F238E27FC236}">
                <a16:creationId xmlns:a16="http://schemas.microsoft.com/office/drawing/2014/main" id="{04AFBBF7-5F36-4B27-AADA-BC673C9E10E1}"/>
              </a:ext>
            </a:extLst>
          </p:cNvPr>
          <p:cNvSpPr>
            <a:spLocks xmlns:a="http://schemas.openxmlformats.org/drawingml/2006/main" noGrp="1"/>
          </p:cNvSpPr>
          <p:nvPr/>
        </p:nvSpPr>
        <p:spPr>
          <a:xfrm xmlns:a="http://schemas.openxmlformats.org/drawingml/2006/main">
            <a:off x="609600" y="3619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b="1">
                <a:solidFill>
                  <a:srgbClr val="18283D"/>
                </a:solidFill>
                <a:latin typeface="Apple SD Gothic Neo"/>
                <a:ea typeface="Apple SD Gothic Neo"/>
                <a:cs typeface="Apple SD Gothic Neo"/>
              </a:defRPr>
            </a:defPPr>
            <a:lvl1pPr algn="l">
              <a:defRPr sz="3000" b="1">
                <a:solidFill>
                  <a:srgbClr val="18283D"/>
                </a:solidFill>
                <a:latin typeface="Apple SD Gothic Neo"/>
                <a:ea typeface="Apple SD Gothic Neo"/>
                <a:cs typeface="Apple SD Gothic Neo"/>
              </a:defRPr>
            </a:lvl1pPr>
            <a:lvl2pPr algn="l">
              <a:defRPr sz="3000" b="1">
                <a:solidFill>
                  <a:srgbClr val="18283D"/>
                </a:solidFill>
                <a:latin typeface="Apple SD Gothic Neo"/>
                <a:ea typeface="Apple SD Gothic Neo"/>
                <a:cs typeface="Apple SD Gothic Neo"/>
              </a:defRPr>
            </a:lvl2pPr>
            <a:lvl3pPr algn="l">
              <a:defRPr sz="3000" b="1">
                <a:solidFill>
                  <a:srgbClr val="18283D"/>
                </a:solidFill>
                <a:latin typeface="Apple SD Gothic Neo"/>
                <a:ea typeface="Apple SD Gothic Neo"/>
                <a:cs typeface="Apple SD Gothic Neo"/>
              </a:defRPr>
            </a:lvl3pPr>
            <a:lvl4pPr algn="l">
              <a:defRPr sz="3000" b="1">
                <a:solidFill>
                  <a:srgbClr val="18283D"/>
                </a:solidFill>
                <a:latin typeface="Apple SD Gothic Neo"/>
                <a:ea typeface="Apple SD Gothic Neo"/>
                <a:cs typeface="Apple SD Gothic Neo"/>
              </a:defRPr>
            </a:lvl4pPr>
            <a:lvl5pPr algn="l">
              <a:defRPr sz="3000" b="1">
                <a:solidFill>
                  <a:srgbClr val="18283D"/>
                </a:solidFill>
                <a:latin typeface="Apple SD Gothic Neo"/>
                <a:ea typeface="Apple SD Gothic Neo"/>
                <a:cs typeface="Apple SD Gothic Neo"/>
              </a:defRPr>
            </a:lvl5pPr>
            <a:lvl6pPr algn="l">
              <a:defRPr sz="3000" b="1">
                <a:solidFill>
                  <a:srgbClr val="18283D"/>
                </a:solidFill>
                <a:latin typeface="Apple SD Gothic Neo"/>
                <a:ea typeface="Apple SD Gothic Neo"/>
                <a:cs typeface="Apple SD Gothic Neo"/>
              </a:defRPr>
            </a:lvl6pPr>
            <a:lvl7pPr algn="l">
              <a:defRPr sz="3000" b="1">
                <a:solidFill>
                  <a:srgbClr val="18283D"/>
                </a:solidFill>
                <a:latin typeface="Apple SD Gothic Neo"/>
                <a:ea typeface="Apple SD Gothic Neo"/>
                <a:cs typeface="Apple SD Gothic Neo"/>
              </a:defRPr>
            </a:lvl7pPr>
            <a:lvl8pPr algn="l">
              <a:defRPr sz="3000" b="1">
                <a:solidFill>
                  <a:srgbClr val="18283D"/>
                </a:solidFill>
                <a:latin typeface="Apple SD Gothic Neo"/>
                <a:ea typeface="Apple SD Gothic Neo"/>
                <a:cs typeface="Apple SD Gothic Neo"/>
              </a:defRPr>
            </a:lvl8pPr>
            <a:lvl9pPr algn="l">
              <a:defRPr sz="3000" b="1">
                <a:solidFill>
                  <a:srgbClr val="18283D"/>
                </a:solidFill>
                <a:latin typeface="Apple SD Gothic Neo"/>
                <a:ea typeface="Apple SD Gothic Neo"/>
                <a:cs typeface="Apple SD Gothic Neo"/>
              </a:defRPr>
            </a:lvl9pPr>
          </a:lstStyle>
          <a:p xmlns:a="http://schemas.openxmlformats.org/drawingml/2006/main">
            <a:pPr algn="l">
              <a:defRPr sz="3000" b="1">
                <a:solidFill>
                  <a:srgbClr val="18283D"/>
                </a:solidFill>
                <a:latin typeface="Apple SD Gothic Neo"/>
                <a:ea typeface="Apple SD Gothic Neo"/>
                <a:cs typeface="Apple SD Gothic Neo"/>
              </a:defRPr>
            </a:pPr>
            <a:r>
              <a:rPr sz="3000" b="1">
                <a:solidFill>
                  <a:srgbClr val="18283D"/>
                </a:solidFill>
                <a:latin typeface="Apple SD Gothic Neo"/>
                <a:ea typeface="Apple SD Gothic Neo"/>
                <a:cs typeface="Apple SD Gothic Neo"/>
              </a:rPr>
              <a:t>보스의 행동 단계</a:t>
            </a:r>
          </a:p>
        </p:txBody>
      </p:sp>
      <p:sp>
        <p:nvSpPr>
          <p:cNvPr id="2" name="subtitle">
            <a:extLst xmlns:a="http://schemas.openxmlformats.org/drawingml/2006/main">
              <a:ext uri="{FF2B5EF4-FFF2-40B4-BE49-F238E27FC236}">
                <a16:creationId xmlns:a16="http://schemas.microsoft.com/office/drawing/2014/main" id="{B91D54FF-6222-4E6A-B90B-2DD0B63B4BD4}"/>
              </a:ext>
            </a:extLst>
          </p:cNvPr>
          <p:cNvSpPr>
            <a:spLocks xmlns:a="http://schemas.openxmlformats.org/drawingml/2006/main" noGrp="1"/>
          </p:cNvSpPr>
          <p:nvPr/>
        </p:nvSpPr>
        <p:spPr>
          <a:xfrm xmlns:a="http://schemas.openxmlformats.org/drawingml/2006/main">
            <a:off x="609600" y="10287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526075"/>
                </a:solidFill>
                <a:latin typeface="Apple SD Gothic Neo"/>
                <a:ea typeface="Apple SD Gothic Neo"/>
                <a:cs typeface="Apple SD Gothic Neo"/>
              </a:defRPr>
            </a:defPPr>
            <a:lvl1pPr algn="l">
              <a:defRPr sz="1725" b="0">
                <a:solidFill>
                  <a:srgbClr val="526075"/>
                </a:solidFill>
                <a:latin typeface="Apple SD Gothic Neo"/>
                <a:ea typeface="Apple SD Gothic Neo"/>
                <a:cs typeface="Apple SD Gothic Neo"/>
              </a:defRPr>
            </a:lvl1pPr>
            <a:lvl2pPr algn="l">
              <a:defRPr sz="1725" b="0">
                <a:solidFill>
                  <a:srgbClr val="526075"/>
                </a:solidFill>
                <a:latin typeface="Apple SD Gothic Neo"/>
                <a:ea typeface="Apple SD Gothic Neo"/>
                <a:cs typeface="Apple SD Gothic Neo"/>
              </a:defRPr>
            </a:lvl2pPr>
            <a:lvl3pPr algn="l">
              <a:defRPr sz="1725" b="0">
                <a:solidFill>
                  <a:srgbClr val="526075"/>
                </a:solidFill>
                <a:latin typeface="Apple SD Gothic Neo"/>
                <a:ea typeface="Apple SD Gothic Neo"/>
                <a:cs typeface="Apple SD Gothic Neo"/>
              </a:defRPr>
            </a:lvl3pPr>
            <a:lvl4pPr algn="l">
              <a:defRPr sz="1725" b="0">
                <a:solidFill>
                  <a:srgbClr val="526075"/>
                </a:solidFill>
                <a:latin typeface="Apple SD Gothic Neo"/>
                <a:ea typeface="Apple SD Gothic Neo"/>
                <a:cs typeface="Apple SD Gothic Neo"/>
              </a:defRPr>
            </a:lvl4pPr>
            <a:lvl5pPr algn="l">
              <a:defRPr sz="1725" b="0">
                <a:solidFill>
                  <a:srgbClr val="526075"/>
                </a:solidFill>
                <a:latin typeface="Apple SD Gothic Neo"/>
                <a:ea typeface="Apple SD Gothic Neo"/>
                <a:cs typeface="Apple SD Gothic Neo"/>
              </a:defRPr>
            </a:lvl5pPr>
            <a:lvl6pPr algn="l">
              <a:defRPr sz="1725" b="0">
                <a:solidFill>
                  <a:srgbClr val="526075"/>
                </a:solidFill>
                <a:latin typeface="Apple SD Gothic Neo"/>
                <a:ea typeface="Apple SD Gothic Neo"/>
                <a:cs typeface="Apple SD Gothic Neo"/>
              </a:defRPr>
            </a:lvl6pPr>
            <a:lvl7pPr algn="l">
              <a:defRPr sz="1725" b="0">
                <a:solidFill>
                  <a:srgbClr val="526075"/>
                </a:solidFill>
                <a:latin typeface="Apple SD Gothic Neo"/>
                <a:ea typeface="Apple SD Gothic Neo"/>
                <a:cs typeface="Apple SD Gothic Neo"/>
              </a:defRPr>
            </a:lvl7pPr>
            <a:lvl8pPr algn="l">
              <a:defRPr sz="1725" b="0">
                <a:solidFill>
                  <a:srgbClr val="526075"/>
                </a:solidFill>
                <a:latin typeface="Apple SD Gothic Neo"/>
                <a:ea typeface="Apple SD Gothic Neo"/>
                <a:cs typeface="Apple SD Gothic Neo"/>
              </a:defRPr>
            </a:lvl8pPr>
            <a:lvl9pPr algn="l">
              <a:defRPr sz="1725" b="0">
                <a:solidFill>
                  <a:srgbClr val="526075"/>
                </a:solidFill>
                <a:latin typeface="Apple SD Gothic Neo"/>
                <a:ea typeface="Apple SD Gothic Neo"/>
                <a:cs typeface="Apple SD Gothic Neo"/>
              </a:defRPr>
            </a:lvl9pPr>
          </a:lstStyle>
          <a:p xmlns:a="http://schemas.openxmlformats.org/drawingml/2006/main">
            <a:pPr algn="l">
              <a:defRPr sz="1725" b="0">
                <a:solidFill>
                  <a:srgbClr val="526075"/>
                </a:solidFill>
                <a:latin typeface="Apple SD Gothic Neo"/>
                <a:ea typeface="Apple SD Gothic Neo"/>
                <a:cs typeface="Apple SD Gothic Neo"/>
              </a:defRPr>
            </a:pPr>
            <a:r>
              <a:rPr sz="1725" b="0">
                <a:solidFill>
                  <a:srgbClr val="526075"/>
                </a:solidFill>
                <a:latin typeface="Apple SD Gothic Neo"/>
                <a:ea typeface="Apple SD Gothic Neo"/>
                <a:cs typeface="Apple SD Gothic Neo"/>
              </a:rPr>
              <a:t>ActionState와 코루틴으로 접근, 전조, 공격, 회복을 구분한다</a:t>
            </a:r>
          </a:p>
        </p:txBody>
      </p:sp>
      <p:sp>
        <p:nvSpPr>
          <p:cNvPr id="3" name="source">
            <a:extLst xmlns:a="http://schemas.openxmlformats.org/drawingml/2006/main">
              <a:ext uri="{FF2B5EF4-FFF2-40B4-BE49-F238E27FC236}">
                <a16:creationId xmlns:a16="http://schemas.microsoft.com/office/drawing/2014/main" id="{5B1C943A-D605-4F53-AE0E-3AE2939FF380}"/>
              </a:ext>
            </a:extLst>
          </p:cNvPr>
          <p:cNvSpPr>
            <a:spLocks xmlns:a="http://schemas.openxmlformats.org/drawingml/2006/main" noGrp="1"/>
          </p:cNvSpPr>
          <p:nvPr/>
        </p:nvSpPr>
        <p:spPr>
          <a:xfrm xmlns:a="http://schemas.openxmlformats.org/drawingml/2006/main">
            <a:off x="609600" y="643890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0">
                <a:solidFill>
                  <a:srgbClr val="768194"/>
                </a:solidFill>
                <a:latin typeface="Apple SD Gothic Neo"/>
                <a:ea typeface="Apple SD Gothic Neo"/>
                <a:cs typeface="Apple SD Gothic Neo"/>
              </a:defRPr>
            </a:defPPr>
            <a:lvl1pPr algn="l">
              <a:defRPr sz="1200" b="0">
                <a:solidFill>
                  <a:srgbClr val="768194"/>
                </a:solidFill>
                <a:latin typeface="Apple SD Gothic Neo"/>
                <a:ea typeface="Apple SD Gothic Neo"/>
                <a:cs typeface="Apple SD Gothic Neo"/>
              </a:defRPr>
            </a:lvl1pPr>
            <a:lvl2pPr algn="l">
              <a:defRPr sz="1200" b="0">
                <a:solidFill>
                  <a:srgbClr val="768194"/>
                </a:solidFill>
                <a:latin typeface="Apple SD Gothic Neo"/>
                <a:ea typeface="Apple SD Gothic Neo"/>
                <a:cs typeface="Apple SD Gothic Neo"/>
              </a:defRPr>
            </a:lvl2pPr>
            <a:lvl3pPr algn="l">
              <a:defRPr sz="1200" b="0">
                <a:solidFill>
                  <a:srgbClr val="768194"/>
                </a:solidFill>
                <a:latin typeface="Apple SD Gothic Neo"/>
                <a:ea typeface="Apple SD Gothic Neo"/>
                <a:cs typeface="Apple SD Gothic Neo"/>
              </a:defRPr>
            </a:lvl3pPr>
            <a:lvl4pPr algn="l">
              <a:defRPr sz="1200" b="0">
                <a:solidFill>
                  <a:srgbClr val="768194"/>
                </a:solidFill>
                <a:latin typeface="Apple SD Gothic Neo"/>
                <a:ea typeface="Apple SD Gothic Neo"/>
                <a:cs typeface="Apple SD Gothic Neo"/>
              </a:defRPr>
            </a:lvl4pPr>
            <a:lvl5pPr algn="l">
              <a:defRPr sz="1200" b="0">
                <a:solidFill>
                  <a:srgbClr val="768194"/>
                </a:solidFill>
                <a:latin typeface="Apple SD Gothic Neo"/>
                <a:ea typeface="Apple SD Gothic Neo"/>
                <a:cs typeface="Apple SD Gothic Neo"/>
              </a:defRPr>
            </a:lvl5pPr>
            <a:lvl6pPr algn="l">
              <a:defRPr sz="1200" b="0">
                <a:solidFill>
                  <a:srgbClr val="768194"/>
                </a:solidFill>
                <a:latin typeface="Apple SD Gothic Neo"/>
                <a:ea typeface="Apple SD Gothic Neo"/>
                <a:cs typeface="Apple SD Gothic Neo"/>
              </a:defRPr>
            </a:lvl6pPr>
            <a:lvl7pPr algn="l">
              <a:defRPr sz="1200" b="0">
                <a:solidFill>
                  <a:srgbClr val="768194"/>
                </a:solidFill>
                <a:latin typeface="Apple SD Gothic Neo"/>
                <a:ea typeface="Apple SD Gothic Neo"/>
                <a:cs typeface="Apple SD Gothic Neo"/>
              </a:defRPr>
            </a:lvl7pPr>
            <a:lvl8pPr algn="l">
              <a:defRPr sz="1200" b="0">
                <a:solidFill>
                  <a:srgbClr val="768194"/>
                </a:solidFill>
                <a:latin typeface="Apple SD Gothic Neo"/>
                <a:ea typeface="Apple SD Gothic Neo"/>
                <a:cs typeface="Apple SD Gothic Neo"/>
              </a:defRPr>
            </a:lvl8pPr>
            <a:lvl9pPr algn="l">
              <a:defRPr sz="1200" b="0">
                <a:solidFill>
                  <a:srgbClr val="768194"/>
                </a:solidFill>
                <a:latin typeface="Apple SD Gothic Neo"/>
                <a:ea typeface="Apple SD Gothic Neo"/>
                <a:cs typeface="Apple SD Gothic Neo"/>
              </a:defRPr>
            </a:lvl9pPr>
          </a:lstStyle>
          <a:p xmlns:a="http://schemas.openxmlformats.org/drawingml/2006/main">
            <a:pPr algn="l">
              <a:defRPr sz="1200" b="0">
                <a:solidFill>
                  <a:srgbClr val="768194"/>
                </a:solidFill>
                <a:latin typeface="Apple SD Gothic Neo"/>
                <a:ea typeface="Apple SD Gothic Neo"/>
                <a:cs typeface="Apple SD Gothic Neo"/>
              </a:defRPr>
            </a:pPr>
            <a:r>
              <a:rPr sz="1200" b="0">
                <a:solidFill>
                  <a:srgbClr val="768194"/>
                </a:solidFill>
                <a:latin typeface="Apple SD Gothic Neo"/>
                <a:ea typeface="Apple SD Gothic Neo"/>
                <a:cs typeface="Apple SD Gothic Neo"/>
              </a:rPr>
              <a:t>KarmaEnemy.cs / KarmaEnemy.StateMachine.cs / KarmaEnemy.Patterns.cs</a:t>
            </a:r>
          </a:p>
        </p:txBody>
      </p:sp>
      <p:sp>
        <p:nvSpPr>
          <p:cNvPr id="4" name="state-Approach">
            <a:extLst xmlns:a="http://schemas.openxmlformats.org/drawingml/2006/main">
              <a:ext uri="{FF2B5EF4-FFF2-40B4-BE49-F238E27FC236}">
                <a16:creationId xmlns:a16="http://schemas.microsoft.com/office/drawing/2014/main" id="{A6C9DC5B-BD88-4DDE-AB9C-296C7B586E82}"/>
              </a:ext>
            </a:extLst>
          </p:cNvPr>
          <p:cNvSpPr>
            <a:spLocks xmlns:a="http://schemas.openxmlformats.org/drawingml/2006/main" noGrp="1"/>
          </p:cNvSpPr>
          <p:nvPr/>
        </p:nvSpPr>
        <p:spPr>
          <a:xfrm xmlns:a="http://schemas.openxmlformats.org/drawingml/2006/main">
            <a:off x="609600" y="2095500"/>
            <a:ext cx="2514600" cy="1657350"/>
          </a:xfrm>
          <a:prstGeom xmlns:a="http://schemas.openxmlformats.org/drawingml/2006/main" prst="rect">
            <a:avLst/>
          </a:prstGeom>
          <a:solidFill xmlns:a="http://schemas.openxmlformats.org/drawingml/2006/main">
            <a:srgbClr val="F4F6F8"/>
          </a:solidFill>
          <a:ln xmlns:a="http://schemas.openxmlformats.org/drawingml/2006/main" w="11430">
            <a:solidFill>
              <a:srgbClr val="A5B1C0"/>
            </a:solidFill>
          </a:ln>
        </p:spPr>
      </p:sp>
      <p:sp>
        <p:nvSpPr>
          <p:cNvPr id="5" name="state-name-0">
            <a:extLst xmlns:a="http://schemas.openxmlformats.org/drawingml/2006/main">
              <a:ext uri="{FF2B5EF4-FFF2-40B4-BE49-F238E27FC236}">
                <a16:creationId xmlns:a16="http://schemas.microsoft.com/office/drawing/2014/main" id="{749D7BDC-6ADA-4501-9201-BE7287390B0C}"/>
              </a:ext>
            </a:extLst>
          </p:cNvPr>
          <p:cNvSpPr>
            <a:spLocks xmlns:a="http://schemas.openxmlformats.org/drawingml/2006/main" noGrp="1"/>
          </p:cNvSpPr>
          <p:nvPr/>
        </p:nvSpPr>
        <p:spPr>
          <a:xfrm xmlns:a="http://schemas.openxmlformats.org/drawingml/2006/main">
            <a:off x="762000" y="2276475"/>
            <a:ext cx="2209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1">
                <a:solidFill>
                  <a:srgbClr val="263348"/>
                </a:solidFill>
                <a:latin typeface="Apple SD Gothic Neo"/>
                <a:ea typeface="Apple SD Gothic Neo"/>
                <a:cs typeface="Apple SD Gothic Neo"/>
              </a:defRPr>
            </a:defPPr>
            <a:lvl1pPr algn="l">
              <a:defRPr sz="2250" b="1">
                <a:solidFill>
                  <a:srgbClr val="263348"/>
                </a:solidFill>
                <a:latin typeface="Apple SD Gothic Neo"/>
                <a:ea typeface="Apple SD Gothic Neo"/>
                <a:cs typeface="Apple SD Gothic Neo"/>
              </a:defRPr>
            </a:lvl1pPr>
            <a:lvl2pPr algn="l">
              <a:defRPr sz="2250" b="1">
                <a:solidFill>
                  <a:srgbClr val="263348"/>
                </a:solidFill>
                <a:latin typeface="Apple SD Gothic Neo"/>
                <a:ea typeface="Apple SD Gothic Neo"/>
                <a:cs typeface="Apple SD Gothic Neo"/>
              </a:defRPr>
            </a:lvl2pPr>
            <a:lvl3pPr algn="l">
              <a:defRPr sz="2250" b="1">
                <a:solidFill>
                  <a:srgbClr val="263348"/>
                </a:solidFill>
                <a:latin typeface="Apple SD Gothic Neo"/>
                <a:ea typeface="Apple SD Gothic Neo"/>
                <a:cs typeface="Apple SD Gothic Neo"/>
              </a:defRPr>
            </a:lvl3pPr>
            <a:lvl4pPr algn="l">
              <a:defRPr sz="2250" b="1">
                <a:solidFill>
                  <a:srgbClr val="263348"/>
                </a:solidFill>
                <a:latin typeface="Apple SD Gothic Neo"/>
                <a:ea typeface="Apple SD Gothic Neo"/>
                <a:cs typeface="Apple SD Gothic Neo"/>
              </a:defRPr>
            </a:lvl4pPr>
            <a:lvl5pPr algn="l">
              <a:defRPr sz="2250" b="1">
                <a:solidFill>
                  <a:srgbClr val="263348"/>
                </a:solidFill>
                <a:latin typeface="Apple SD Gothic Neo"/>
                <a:ea typeface="Apple SD Gothic Neo"/>
                <a:cs typeface="Apple SD Gothic Neo"/>
              </a:defRPr>
            </a:lvl5pPr>
            <a:lvl6pPr algn="l">
              <a:defRPr sz="2250" b="1">
                <a:solidFill>
                  <a:srgbClr val="263348"/>
                </a:solidFill>
                <a:latin typeface="Apple SD Gothic Neo"/>
                <a:ea typeface="Apple SD Gothic Neo"/>
                <a:cs typeface="Apple SD Gothic Neo"/>
              </a:defRPr>
            </a:lvl6pPr>
            <a:lvl7pPr algn="l">
              <a:defRPr sz="2250" b="1">
                <a:solidFill>
                  <a:srgbClr val="263348"/>
                </a:solidFill>
                <a:latin typeface="Apple SD Gothic Neo"/>
                <a:ea typeface="Apple SD Gothic Neo"/>
                <a:cs typeface="Apple SD Gothic Neo"/>
              </a:defRPr>
            </a:lvl7pPr>
            <a:lvl8pPr algn="l">
              <a:defRPr sz="2250" b="1">
                <a:solidFill>
                  <a:srgbClr val="263348"/>
                </a:solidFill>
                <a:latin typeface="Apple SD Gothic Neo"/>
                <a:ea typeface="Apple SD Gothic Neo"/>
                <a:cs typeface="Apple SD Gothic Neo"/>
              </a:defRPr>
            </a:lvl8pPr>
            <a:lvl9pPr algn="l">
              <a:defRPr sz="2250" b="1">
                <a:solidFill>
                  <a:srgbClr val="263348"/>
                </a:solidFill>
                <a:latin typeface="Apple SD Gothic Neo"/>
                <a:ea typeface="Apple SD Gothic Neo"/>
                <a:cs typeface="Apple SD Gothic Neo"/>
              </a:defRPr>
            </a:lvl9pPr>
          </a:lstStyle>
          <a:p xmlns:a="http://schemas.openxmlformats.org/drawingml/2006/main">
            <a:pPr algn="l">
              <a:defRPr sz="2250" b="1">
                <a:solidFill>
                  <a:srgbClr val="263348"/>
                </a:solidFill>
                <a:latin typeface="Apple SD Gothic Neo"/>
                <a:ea typeface="Apple SD Gothic Neo"/>
                <a:cs typeface="Apple SD Gothic Neo"/>
              </a:defRPr>
            </a:pPr>
            <a:r>
              <a:rPr sz="2250" b="1">
                <a:solidFill>
                  <a:srgbClr val="263348"/>
                </a:solidFill>
                <a:latin typeface="Apple SD Gothic Neo"/>
                <a:ea typeface="Apple SD Gothic Neo"/>
                <a:cs typeface="Apple SD Gothic Neo"/>
              </a:rPr>
              <a:t>Approach</a:t>
            </a:r>
          </a:p>
        </p:txBody>
      </p:sp>
      <p:sp>
        <p:nvSpPr>
          <p:cNvPr id="6" name="state-desc-0">
            <a:extLst xmlns:a="http://schemas.openxmlformats.org/drawingml/2006/main">
              <a:ext uri="{FF2B5EF4-FFF2-40B4-BE49-F238E27FC236}">
                <a16:creationId xmlns:a16="http://schemas.microsoft.com/office/drawing/2014/main" id="{61F8FF05-CFE3-4C34-9FC5-54C6D3D32605}"/>
              </a:ext>
            </a:extLst>
          </p:cNvPr>
          <p:cNvSpPr>
            <a:spLocks xmlns:a="http://schemas.openxmlformats.org/drawingml/2006/main" noGrp="1"/>
          </p:cNvSpPr>
          <p:nvPr/>
        </p:nvSpPr>
        <p:spPr>
          <a:xfrm xmlns:a="http://schemas.openxmlformats.org/drawingml/2006/main">
            <a:off x="762000" y="2828925"/>
            <a:ext cx="2209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263348"/>
                </a:solidFill>
                <a:latin typeface="Apple SD Gothic Neo"/>
                <a:ea typeface="Apple SD Gothic Neo"/>
                <a:cs typeface="Apple SD Gothic Neo"/>
              </a:defRPr>
            </a:defPPr>
            <a:lvl1pPr algn="l">
              <a:defRPr sz="1875" b="0">
                <a:solidFill>
                  <a:srgbClr val="263348"/>
                </a:solidFill>
                <a:latin typeface="Apple SD Gothic Neo"/>
                <a:ea typeface="Apple SD Gothic Neo"/>
                <a:cs typeface="Apple SD Gothic Neo"/>
              </a:defRPr>
            </a:lvl1pPr>
            <a:lvl2pPr algn="l">
              <a:defRPr sz="1875" b="0">
                <a:solidFill>
                  <a:srgbClr val="263348"/>
                </a:solidFill>
                <a:latin typeface="Apple SD Gothic Neo"/>
                <a:ea typeface="Apple SD Gothic Neo"/>
                <a:cs typeface="Apple SD Gothic Neo"/>
              </a:defRPr>
            </a:lvl2pPr>
            <a:lvl3pPr algn="l">
              <a:defRPr sz="1875" b="0">
                <a:solidFill>
                  <a:srgbClr val="263348"/>
                </a:solidFill>
                <a:latin typeface="Apple SD Gothic Neo"/>
                <a:ea typeface="Apple SD Gothic Neo"/>
                <a:cs typeface="Apple SD Gothic Neo"/>
              </a:defRPr>
            </a:lvl3pPr>
            <a:lvl4pPr algn="l">
              <a:defRPr sz="1875" b="0">
                <a:solidFill>
                  <a:srgbClr val="263348"/>
                </a:solidFill>
                <a:latin typeface="Apple SD Gothic Neo"/>
                <a:ea typeface="Apple SD Gothic Neo"/>
                <a:cs typeface="Apple SD Gothic Neo"/>
              </a:defRPr>
            </a:lvl4pPr>
            <a:lvl5pPr algn="l">
              <a:defRPr sz="1875" b="0">
                <a:solidFill>
                  <a:srgbClr val="263348"/>
                </a:solidFill>
                <a:latin typeface="Apple SD Gothic Neo"/>
                <a:ea typeface="Apple SD Gothic Neo"/>
                <a:cs typeface="Apple SD Gothic Neo"/>
              </a:defRPr>
            </a:lvl5pPr>
            <a:lvl6pPr algn="l">
              <a:defRPr sz="1875" b="0">
                <a:solidFill>
                  <a:srgbClr val="263348"/>
                </a:solidFill>
                <a:latin typeface="Apple SD Gothic Neo"/>
                <a:ea typeface="Apple SD Gothic Neo"/>
                <a:cs typeface="Apple SD Gothic Neo"/>
              </a:defRPr>
            </a:lvl6pPr>
            <a:lvl7pPr algn="l">
              <a:defRPr sz="1875" b="0">
                <a:solidFill>
                  <a:srgbClr val="263348"/>
                </a:solidFill>
                <a:latin typeface="Apple SD Gothic Neo"/>
                <a:ea typeface="Apple SD Gothic Neo"/>
                <a:cs typeface="Apple SD Gothic Neo"/>
              </a:defRPr>
            </a:lvl7pPr>
            <a:lvl8pPr algn="l">
              <a:defRPr sz="1875" b="0">
                <a:solidFill>
                  <a:srgbClr val="263348"/>
                </a:solidFill>
                <a:latin typeface="Apple SD Gothic Neo"/>
                <a:ea typeface="Apple SD Gothic Neo"/>
                <a:cs typeface="Apple SD Gothic Neo"/>
              </a:defRPr>
            </a:lvl8pPr>
            <a:lvl9pPr algn="l">
              <a:defRPr sz="1875" b="0">
                <a:solidFill>
                  <a:srgbClr val="263348"/>
                </a:solidFill>
                <a:latin typeface="Apple SD Gothic Neo"/>
                <a:ea typeface="Apple SD Gothic Neo"/>
                <a:cs typeface="Apple SD Gothic Neo"/>
              </a:defRPr>
            </a:lvl9pPr>
          </a:lstStyle>
          <a:p xmlns:a="http://schemas.openxmlformats.org/drawingml/2006/main">
            <a:pPr algn="l">
              <a:defRPr sz="1875" b="0">
                <a:solidFill>
                  <a:srgbClr val="263348"/>
                </a:solidFill>
                <a:latin typeface="Apple SD Gothic Neo"/>
                <a:ea typeface="Apple SD Gothic Neo"/>
                <a:cs typeface="Apple SD Gothic Neo"/>
              </a:defRPr>
            </a:pPr>
            <a:r>
              <a:rPr sz="1875" b="0">
                <a:solidFill>
                  <a:srgbClr val="263348"/>
                </a:solidFill>
                <a:latin typeface="Apple SD Gothic Neo"/>
                <a:ea typeface="Apple SD Gothic Neo"/>
                <a:cs typeface="Apple SD Gothic Neo"/>
              </a:rPr>
              <a:t>거리 조절과</a:t>
            </a:r>
          </a:p>
          <a:p xmlns:a="http://schemas.openxmlformats.org/drawingml/2006/main">
            <a:pPr algn="l">
              <a:defRPr sz="1875" b="0">
                <a:solidFill>
                  <a:srgbClr val="263348"/>
                </a:solidFill>
                <a:latin typeface="Apple SD Gothic Neo"/>
                <a:ea typeface="Apple SD Gothic Neo"/>
                <a:cs typeface="Apple SD Gothic Neo"/>
              </a:defRPr>
            </a:pPr>
            <a:r>
              <a:rPr sz="1875" b="0">
                <a:solidFill>
                  <a:srgbClr val="263348"/>
                </a:solidFill>
                <a:latin typeface="Apple SD Gothic Neo"/>
                <a:ea typeface="Apple SD Gothic Neo"/>
                <a:cs typeface="Apple SD Gothic Neo"/>
              </a:rPr>
              <a:t>공격 타이머</a:t>
            </a:r>
          </a:p>
        </p:txBody>
      </p:sp>
      <p:sp>
        <p:nvSpPr>
          <p:cNvPr id="7" name="transition-0">
            <a:extLst xmlns:a="http://schemas.openxmlformats.org/drawingml/2006/main">
              <a:ext uri="{FF2B5EF4-FFF2-40B4-BE49-F238E27FC236}">
                <a16:creationId xmlns:a16="http://schemas.microsoft.com/office/drawing/2014/main" id="{CC1C7786-2D8F-42D6-9C0A-7375F348E411}"/>
              </a:ext>
            </a:extLst>
          </p:cNvPr>
          <p:cNvSpPr>
            <a:spLocks xmlns:a="http://schemas.openxmlformats.org/drawingml/2006/main" noGrp="1"/>
          </p:cNvSpPr>
          <p:nvPr/>
        </p:nvSpPr>
        <p:spPr>
          <a:xfrm xmlns:a="http://schemas.openxmlformats.org/drawingml/2006/main">
            <a:off x="3209925" y="2724150"/>
            <a:ext cx="180975" cy="209550"/>
          </a:xfrm>
          <a:prstGeom xmlns:a="http://schemas.openxmlformats.org/drawingml/2006/main" prst="rightArrow">
            <a:avLst/>
          </a:prstGeom>
          <a:solidFill xmlns:a="http://schemas.openxmlformats.org/drawingml/2006/main">
            <a:srgbClr val="738297"/>
          </a:solidFill>
          <a:ln xmlns:a="http://schemas.openxmlformats.org/drawingml/2006/main" w="0">
            <a:noFill/>
          </a:ln>
        </p:spPr>
      </p:sp>
      <p:sp>
        <p:nvSpPr>
          <p:cNvPr id="8" name="state-Telegraph">
            <a:extLst xmlns:a="http://schemas.openxmlformats.org/drawingml/2006/main">
              <a:ext uri="{FF2B5EF4-FFF2-40B4-BE49-F238E27FC236}">
                <a16:creationId xmlns:a16="http://schemas.microsoft.com/office/drawing/2014/main" id="{41F1F8CA-CACC-475E-9A07-8B7402377C58}"/>
              </a:ext>
            </a:extLst>
          </p:cNvPr>
          <p:cNvSpPr>
            <a:spLocks xmlns:a="http://schemas.openxmlformats.org/drawingml/2006/main" noGrp="1"/>
          </p:cNvSpPr>
          <p:nvPr/>
        </p:nvSpPr>
        <p:spPr>
          <a:xfrm xmlns:a="http://schemas.openxmlformats.org/drawingml/2006/main">
            <a:off x="3429000" y="2095500"/>
            <a:ext cx="2514600" cy="1657350"/>
          </a:xfrm>
          <a:prstGeom xmlns:a="http://schemas.openxmlformats.org/drawingml/2006/main" prst="rect">
            <a:avLst/>
          </a:prstGeom>
          <a:solidFill xmlns:a="http://schemas.openxmlformats.org/drawingml/2006/main">
            <a:srgbClr val="F4F6F8"/>
          </a:solidFill>
          <a:ln xmlns:a="http://schemas.openxmlformats.org/drawingml/2006/main" w="11430">
            <a:solidFill>
              <a:srgbClr val="A5B1C0"/>
            </a:solidFill>
          </a:ln>
        </p:spPr>
      </p:sp>
      <p:sp>
        <p:nvSpPr>
          <p:cNvPr id="9" name="state-name-1">
            <a:extLst xmlns:a="http://schemas.openxmlformats.org/drawingml/2006/main">
              <a:ext uri="{FF2B5EF4-FFF2-40B4-BE49-F238E27FC236}">
                <a16:creationId xmlns:a16="http://schemas.microsoft.com/office/drawing/2014/main" id="{1F0154C3-C749-4556-99D1-61C181FF2D95}"/>
              </a:ext>
            </a:extLst>
          </p:cNvPr>
          <p:cNvSpPr>
            <a:spLocks xmlns:a="http://schemas.openxmlformats.org/drawingml/2006/main" noGrp="1"/>
          </p:cNvSpPr>
          <p:nvPr/>
        </p:nvSpPr>
        <p:spPr>
          <a:xfrm xmlns:a="http://schemas.openxmlformats.org/drawingml/2006/main">
            <a:off x="3581400" y="2276475"/>
            <a:ext cx="2209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1">
                <a:solidFill>
                  <a:srgbClr val="263348"/>
                </a:solidFill>
                <a:latin typeface="Apple SD Gothic Neo"/>
                <a:ea typeface="Apple SD Gothic Neo"/>
                <a:cs typeface="Apple SD Gothic Neo"/>
              </a:defRPr>
            </a:defPPr>
            <a:lvl1pPr algn="l">
              <a:defRPr sz="2250" b="1">
                <a:solidFill>
                  <a:srgbClr val="263348"/>
                </a:solidFill>
                <a:latin typeface="Apple SD Gothic Neo"/>
                <a:ea typeface="Apple SD Gothic Neo"/>
                <a:cs typeface="Apple SD Gothic Neo"/>
              </a:defRPr>
            </a:lvl1pPr>
            <a:lvl2pPr algn="l">
              <a:defRPr sz="2250" b="1">
                <a:solidFill>
                  <a:srgbClr val="263348"/>
                </a:solidFill>
                <a:latin typeface="Apple SD Gothic Neo"/>
                <a:ea typeface="Apple SD Gothic Neo"/>
                <a:cs typeface="Apple SD Gothic Neo"/>
              </a:defRPr>
            </a:lvl2pPr>
            <a:lvl3pPr algn="l">
              <a:defRPr sz="2250" b="1">
                <a:solidFill>
                  <a:srgbClr val="263348"/>
                </a:solidFill>
                <a:latin typeface="Apple SD Gothic Neo"/>
                <a:ea typeface="Apple SD Gothic Neo"/>
                <a:cs typeface="Apple SD Gothic Neo"/>
              </a:defRPr>
            </a:lvl3pPr>
            <a:lvl4pPr algn="l">
              <a:defRPr sz="2250" b="1">
                <a:solidFill>
                  <a:srgbClr val="263348"/>
                </a:solidFill>
                <a:latin typeface="Apple SD Gothic Neo"/>
                <a:ea typeface="Apple SD Gothic Neo"/>
                <a:cs typeface="Apple SD Gothic Neo"/>
              </a:defRPr>
            </a:lvl4pPr>
            <a:lvl5pPr algn="l">
              <a:defRPr sz="2250" b="1">
                <a:solidFill>
                  <a:srgbClr val="263348"/>
                </a:solidFill>
                <a:latin typeface="Apple SD Gothic Neo"/>
                <a:ea typeface="Apple SD Gothic Neo"/>
                <a:cs typeface="Apple SD Gothic Neo"/>
              </a:defRPr>
            </a:lvl5pPr>
            <a:lvl6pPr algn="l">
              <a:defRPr sz="2250" b="1">
                <a:solidFill>
                  <a:srgbClr val="263348"/>
                </a:solidFill>
                <a:latin typeface="Apple SD Gothic Neo"/>
                <a:ea typeface="Apple SD Gothic Neo"/>
                <a:cs typeface="Apple SD Gothic Neo"/>
              </a:defRPr>
            </a:lvl6pPr>
            <a:lvl7pPr algn="l">
              <a:defRPr sz="2250" b="1">
                <a:solidFill>
                  <a:srgbClr val="263348"/>
                </a:solidFill>
                <a:latin typeface="Apple SD Gothic Neo"/>
                <a:ea typeface="Apple SD Gothic Neo"/>
                <a:cs typeface="Apple SD Gothic Neo"/>
              </a:defRPr>
            </a:lvl7pPr>
            <a:lvl8pPr algn="l">
              <a:defRPr sz="2250" b="1">
                <a:solidFill>
                  <a:srgbClr val="263348"/>
                </a:solidFill>
                <a:latin typeface="Apple SD Gothic Neo"/>
                <a:ea typeface="Apple SD Gothic Neo"/>
                <a:cs typeface="Apple SD Gothic Neo"/>
              </a:defRPr>
            </a:lvl8pPr>
            <a:lvl9pPr algn="l">
              <a:defRPr sz="2250" b="1">
                <a:solidFill>
                  <a:srgbClr val="263348"/>
                </a:solidFill>
                <a:latin typeface="Apple SD Gothic Neo"/>
                <a:ea typeface="Apple SD Gothic Neo"/>
                <a:cs typeface="Apple SD Gothic Neo"/>
              </a:defRPr>
            </a:lvl9pPr>
          </a:lstStyle>
          <a:p xmlns:a="http://schemas.openxmlformats.org/drawingml/2006/main">
            <a:pPr algn="l">
              <a:defRPr sz="2250" b="1">
                <a:solidFill>
                  <a:srgbClr val="263348"/>
                </a:solidFill>
                <a:latin typeface="Apple SD Gothic Neo"/>
                <a:ea typeface="Apple SD Gothic Neo"/>
                <a:cs typeface="Apple SD Gothic Neo"/>
              </a:defRPr>
            </a:pPr>
            <a:r>
              <a:rPr sz="2250" b="1">
                <a:solidFill>
                  <a:srgbClr val="263348"/>
                </a:solidFill>
                <a:latin typeface="Apple SD Gothic Neo"/>
                <a:ea typeface="Apple SD Gothic Neo"/>
                <a:cs typeface="Apple SD Gothic Neo"/>
              </a:rPr>
              <a:t>Telegraph</a:t>
            </a:r>
          </a:p>
        </p:txBody>
      </p:sp>
      <p:sp>
        <p:nvSpPr>
          <p:cNvPr id="10" name="state-desc-1">
            <a:extLst xmlns:a="http://schemas.openxmlformats.org/drawingml/2006/main">
              <a:ext uri="{FF2B5EF4-FFF2-40B4-BE49-F238E27FC236}">
                <a16:creationId xmlns:a16="http://schemas.microsoft.com/office/drawing/2014/main" id="{FCDB0E22-D0B8-4C12-AC5C-D31C1F051E0C}"/>
              </a:ext>
            </a:extLst>
          </p:cNvPr>
          <p:cNvSpPr>
            <a:spLocks xmlns:a="http://schemas.openxmlformats.org/drawingml/2006/main" noGrp="1"/>
          </p:cNvSpPr>
          <p:nvPr/>
        </p:nvSpPr>
        <p:spPr>
          <a:xfrm xmlns:a="http://schemas.openxmlformats.org/drawingml/2006/main">
            <a:off x="3581400" y="2828925"/>
            <a:ext cx="2209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263348"/>
                </a:solidFill>
                <a:latin typeface="Apple SD Gothic Neo"/>
                <a:ea typeface="Apple SD Gothic Neo"/>
                <a:cs typeface="Apple SD Gothic Neo"/>
              </a:defRPr>
            </a:defPPr>
            <a:lvl1pPr algn="l">
              <a:defRPr sz="1875" b="0">
                <a:solidFill>
                  <a:srgbClr val="263348"/>
                </a:solidFill>
                <a:latin typeface="Apple SD Gothic Neo"/>
                <a:ea typeface="Apple SD Gothic Neo"/>
                <a:cs typeface="Apple SD Gothic Neo"/>
              </a:defRPr>
            </a:lvl1pPr>
            <a:lvl2pPr algn="l">
              <a:defRPr sz="1875" b="0">
                <a:solidFill>
                  <a:srgbClr val="263348"/>
                </a:solidFill>
                <a:latin typeface="Apple SD Gothic Neo"/>
                <a:ea typeface="Apple SD Gothic Neo"/>
                <a:cs typeface="Apple SD Gothic Neo"/>
              </a:defRPr>
            </a:lvl2pPr>
            <a:lvl3pPr algn="l">
              <a:defRPr sz="1875" b="0">
                <a:solidFill>
                  <a:srgbClr val="263348"/>
                </a:solidFill>
                <a:latin typeface="Apple SD Gothic Neo"/>
                <a:ea typeface="Apple SD Gothic Neo"/>
                <a:cs typeface="Apple SD Gothic Neo"/>
              </a:defRPr>
            </a:lvl3pPr>
            <a:lvl4pPr algn="l">
              <a:defRPr sz="1875" b="0">
                <a:solidFill>
                  <a:srgbClr val="263348"/>
                </a:solidFill>
                <a:latin typeface="Apple SD Gothic Neo"/>
                <a:ea typeface="Apple SD Gothic Neo"/>
                <a:cs typeface="Apple SD Gothic Neo"/>
              </a:defRPr>
            </a:lvl4pPr>
            <a:lvl5pPr algn="l">
              <a:defRPr sz="1875" b="0">
                <a:solidFill>
                  <a:srgbClr val="263348"/>
                </a:solidFill>
                <a:latin typeface="Apple SD Gothic Neo"/>
                <a:ea typeface="Apple SD Gothic Neo"/>
                <a:cs typeface="Apple SD Gothic Neo"/>
              </a:defRPr>
            </a:lvl5pPr>
            <a:lvl6pPr algn="l">
              <a:defRPr sz="1875" b="0">
                <a:solidFill>
                  <a:srgbClr val="263348"/>
                </a:solidFill>
                <a:latin typeface="Apple SD Gothic Neo"/>
                <a:ea typeface="Apple SD Gothic Neo"/>
                <a:cs typeface="Apple SD Gothic Neo"/>
              </a:defRPr>
            </a:lvl6pPr>
            <a:lvl7pPr algn="l">
              <a:defRPr sz="1875" b="0">
                <a:solidFill>
                  <a:srgbClr val="263348"/>
                </a:solidFill>
                <a:latin typeface="Apple SD Gothic Neo"/>
                <a:ea typeface="Apple SD Gothic Neo"/>
                <a:cs typeface="Apple SD Gothic Neo"/>
              </a:defRPr>
            </a:lvl7pPr>
            <a:lvl8pPr algn="l">
              <a:defRPr sz="1875" b="0">
                <a:solidFill>
                  <a:srgbClr val="263348"/>
                </a:solidFill>
                <a:latin typeface="Apple SD Gothic Neo"/>
                <a:ea typeface="Apple SD Gothic Neo"/>
                <a:cs typeface="Apple SD Gothic Neo"/>
              </a:defRPr>
            </a:lvl8pPr>
            <a:lvl9pPr algn="l">
              <a:defRPr sz="1875" b="0">
                <a:solidFill>
                  <a:srgbClr val="263348"/>
                </a:solidFill>
                <a:latin typeface="Apple SD Gothic Neo"/>
                <a:ea typeface="Apple SD Gothic Neo"/>
                <a:cs typeface="Apple SD Gothic Neo"/>
              </a:defRPr>
            </a:lvl9pPr>
          </a:lstStyle>
          <a:p xmlns:a="http://schemas.openxmlformats.org/drawingml/2006/main">
            <a:pPr algn="l">
              <a:defRPr sz="1875" b="0">
                <a:solidFill>
                  <a:srgbClr val="263348"/>
                </a:solidFill>
                <a:latin typeface="Apple SD Gothic Neo"/>
                <a:ea typeface="Apple SD Gothic Neo"/>
                <a:cs typeface="Apple SD Gothic Neo"/>
              </a:defRPr>
            </a:pPr>
            <a:r>
              <a:rPr sz="1875" b="0">
                <a:solidFill>
                  <a:srgbClr val="263348"/>
                </a:solidFill>
                <a:latin typeface="Apple SD Gothic Neo"/>
                <a:ea typeface="Apple SD Gothic Neo"/>
                <a:cs typeface="Apple SD Gothic Neo"/>
              </a:rPr>
              <a:t>위험 범위 표시와</a:t>
            </a:r>
          </a:p>
          <a:p xmlns:a="http://schemas.openxmlformats.org/drawingml/2006/main">
            <a:pPr algn="l">
              <a:defRPr sz="1875" b="0">
                <a:solidFill>
                  <a:srgbClr val="263348"/>
                </a:solidFill>
                <a:latin typeface="Apple SD Gothic Neo"/>
                <a:ea typeface="Apple SD Gothic Neo"/>
                <a:cs typeface="Apple SD Gothic Neo"/>
              </a:defRPr>
            </a:pPr>
            <a:r>
              <a:rPr sz="1875" b="0">
                <a:solidFill>
                  <a:srgbClr val="263348"/>
                </a:solidFill>
                <a:latin typeface="Apple SD Gothic Neo"/>
                <a:ea typeface="Apple SD Gothic Neo"/>
                <a:cs typeface="Apple SD Gothic Neo"/>
              </a:rPr>
              <a:t>목표 고정</a:t>
            </a:r>
          </a:p>
        </p:txBody>
      </p:sp>
      <p:sp>
        <p:nvSpPr>
          <p:cNvPr id="11" name="transition-1">
            <a:extLst xmlns:a="http://schemas.openxmlformats.org/drawingml/2006/main">
              <a:ext uri="{FF2B5EF4-FFF2-40B4-BE49-F238E27FC236}">
                <a16:creationId xmlns:a16="http://schemas.microsoft.com/office/drawing/2014/main" id="{9CFE26B1-1F51-480A-ADEB-FA4C5CAD0044}"/>
              </a:ext>
            </a:extLst>
          </p:cNvPr>
          <p:cNvSpPr>
            <a:spLocks xmlns:a="http://schemas.openxmlformats.org/drawingml/2006/main" noGrp="1"/>
          </p:cNvSpPr>
          <p:nvPr/>
        </p:nvSpPr>
        <p:spPr>
          <a:xfrm xmlns:a="http://schemas.openxmlformats.org/drawingml/2006/main">
            <a:off x="6029325" y="2724150"/>
            <a:ext cx="180975" cy="209550"/>
          </a:xfrm>
          <a:prstGeom xmlns:a="http://schemas.openxmlformats.org/drawingml/2006/main" prst="rightArrow">
            <a:avLst/>
          </a:prstGeom>
          <a:solidFill xmlns:a="http://schemas.openxmlformats.org/drawingml/2006/main">
            <a:srgbClr val="738297"/>
          </a:solidFill>
          <a:ln xmlns:a="http://schemas.openxmlformats.org/drawingml/2006/main" w="0">
            <a:noFill/>
          </a:ln>
        </p:spPr>
      </p:sp>
      <p:sp>
        <p:nvSpPr>
          <p:cNvPr id="12" name="state-Attack">
            <a:extLst xmlns:a="http://schemas.openxmlformats.org/drawingml/2006/main">
              <a:ext uri="{FF2B5EF4-FFF2-40B4-BE49-F238E27FC236}">
                <a16:creationId xmlns:a16="http://schemas.microsoft.com/office/drawing/2014/main" id="{8B9B5954-AA01-45F1-B4EE-64C7B72BA7F7}"/>
              </a:ext>
            </a:extLst>
          </p:cNvPr>
          <p:cNvSpPr>
            <a:spLocks xmlns:a="http://schemas.openxmlformats.org/drawingml/2006/main" noGrp="1"/>
          </p:cNvSpPr>
          <p:nvPr/>
        </p:nvSpPr>
        <p:spPr>
          <a:xfrm xmlns:a="http://schemas.openxmlformats.org/drawingml/2006/main">
            <a:off x="6248400" y="2095500"/>
            <a:ext cx="2514600" cy="1657350"/>
          </a:xfrm>
          <a:prstGeom xmlns:a="http://schemas.openxmlformats.org/drawingml/2006/main" prst="rect">
            <a:avLst/>
          </a:prstGeom>
          <a:solidFill xmlns:a="http://schemas.openxmlformats.org/drawingml/2006/main">
            <a:srgbClr val="F4F6F8"/>
          </a:solidFill>
          <a:ln xmlns:a="http://schemas.openxmlformats.org/drawingml/2006/main" w="11430">
            <a:solidFill>
              <a:srgbClr val="A5B1C0"/>
            </a:solidFill>
          </a:ln>
        </p:spPr>
      </p:sp>
      <p:sp>
        <p:nvSpPr>
          <p:cNvPr id="13" name="state-name-2">
            <a:extLst xmlns:a="http://schemas.openxmlformats.org/drawingml/2006/main">
              <a:ext uri="{FF2B5EF4-FFF2-40B4-BE49-F238E27FC236}">
                <a16:creationId xmlns:a16="http://schemas.microsoft.com/office/drawing/2014/main" id="{8027ACBE-1887-403C-94A4-280B9D7E9A5A}"/>
              </a:ext>
            </a:extLst>
          </p:cNvPr>
          <p:cNvSpPr>
            <a:spLocks xmlns:a="http://schemas.openxmlformats.org/drawingml/2006/main" noGrp="1"/>
          </p:cNvSpPr>
          <p:nvPr/>
        </p:nvSpPr>
        <p:spPr>
          <a:xfrm xmlns:a="http://schemas.openxmlformats.org/drawingml/2006/main">
            <a:off x="6400800" y="2276475"/>
            <a:ext cx="2209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1">
                <a:solidFill>
                  <a:srgbClr val="263348"/>
                </a:solidFill>
                <a:latin typeface="Apple SD Gothic Neo"/>
                <a:ea typeface="Apple SD Gothic Neo"/>
                <a:cs typeface="Apple SD Gothic Neo"/>
              </a:defRPr>
            </a:defPPr>
            <a:lvl1pPr algn="l">
              <a:defRPr sz="2250" b="1">
                <a:solidFill>
                  <a:srgbClr val="263348"/>
                </a:solidFill>
                <a:latin typeface="Apple SD Gothic Neo"/>
                <a:ea typeface="Apple SD Gothic Neo"/>
                <a:cs typeface="Apple SD Gothic Neo"/>
              </a:defRPr>
            </a:lvl1pPr>
            <a:lvl2pPr algn="l">
              <a:defRPr sz="2250" b="1">
                <a:solidFill>
                  <a:srgbClr val="263348"/>
                </a:solidFill>
                <a:latin typeface="Apple SD Gothic Neo"/>
                <a:ea typeface="Apple SD Gothic Neo"/>
                <a:cs typeface="Apple SD Gothic Neo"/>
              </a:defRPr>
            </a:lvl2pPr>
            <a:lvl3pPr algn="l">
              <a:defRPr sz="2250" b="1">
                <a:solidFill>
                  <a:srgbClr val="263348"/>
                </a:solidFill>
                <a:latin typeface="Apple SD Gothic Neo"/>
                <a:ea typeface="Apple SD Gothic Neo"/>
                <a:cs typeface="Apple SD Gothic Neo"/>
              </a:defRPr>
            </a:lvl3pPr>
            <a:lvl4pPr algn="l">
              <a:defRPr sz="2250" b="1">
                <a:solidFill>
                  <a:srgbClr val="263348"/>
                </a:solidFill>
                <a:latin typeface="Apple SD Gothic Neo"/>
                <a:ea typeface="Apple SD Gothic Neo"/>
                <a:cs typeface="Apple SD Gothic Neo"/>
              </a:defRPr>
            </a:lvl4pPr>
            <a:lvl5pPr algn="l">
              <a:defRPr sz="2250" b="1">
                <a:solidFill>
                  <a:srgbClr val="263348"/>
                </a:solidFill>
                <a:latin typeface="Apple SD Gothic Neo"/>
                <a:ea typeface="Apple SD Gothic Neo"/>
                <a:cs typeface="Apple SD Gothic Neo"/>
              </a:defRPr>
            </a:lvl5pPr>
            <a:lvl6pPr algn="l">
              <a:defRPr sz="2250" b="1">
                <a:solidFill>
                  <a:srgbClr val="263348"/>
                </a:solidFill>
                <a:latin typeface="Apple SD Gothic Neo"/>
                <a:ea typeface="Apple SD Gothic Neo"/>
                <a:cs typeface="Apple SD Gothic Neo"/>
              </a:defRPr>
            </a:lvl6pPr>
            <a:lvl7pPr algn="l">
              <a:defRPr sz="2250" b="1">
                <a:solidFill>
                  <a:srgbClr val="263348"/>
                </a:solidFill>
                <a:latin typeface="Apple SD Gothic Neo"/>
                <a:ea typeface="Apple SD Gothic Neo"/>
                <a:cs typeface="Apple SD Gothic Neo"/>
              </a:defRPr>
            </a:lvl7pPr>
            <a:lvl8pPr algn="l">
              <a:defRPr sz="2250" b="1">
                <a:solidFill>
                  <a:srgbClr val="263348"/>
                </a:solidFill>
                <a:latin typeface="Apple SD Gothic Neo"/>
                <a:ea typeface="Apple SD Gothic Neo"/>
                <a:cs typeface="Apple SD Gothic Neo"/>
              </a:defRPr>
            </a:lvl8pPr>
            <a:lvl9pPr algn="l">
              <a:defRPr sz="2250" b="1">
                <a:solidFill>
                  <a:srgbClr val="263348"/>
                </a:solidFill>
                <a:latin typeface="Apple SD Gothic Neo"/>
                <a:ea typeface="Apple SD Gothic Neo"/>
                <a:cs typeface="Apple SD Gothic Neo"/>
              </a:defRPr>
            </a:lvl9pPr>
          </a:lstStyle>
          <a:p xmlns:a="http://schemas.openxmlformats.org/drawingml/2006/main">
            <a:pPr algn="l">
              <a:defRPr sz="2250" b="1">
                <a:solidFill>
                  <a:srgbClr val="263348"/>
                </a:solidFill>
                <a:latin typeface="Apple SD Gothic Neo"/>
                <a:ea typeface="Apple SD Gothic Neo"/>
                <a:cs typeface="Apple SD Gothic Neo"/>
              </a:defRPr>
            </a:pPr>
            <a:r>
              <a:rPr sz="2250" b="1">
                <a:solidFill>
                  <a:srgbClr val="263348"/>
                </a:solidFill>
                <a:latin typeface="Apple SD Gothic Neo"/>
                <a:ea typeface="Apple SD Gothic Neo"/>
                <a:cs typeface="Apple SD Gothic Neo"/>
              </a:rPr>
              <a:t>Attack</a:t>
            </a:r>
          </a:p>
        </p:txBody>
      </p:sp>
      <p:sp>
        <p:nvSpPr>
          <p:cNvPr id="14" name="state-desc-2">
            <a:extLst xmlns:a="http://schemas.openxmlformats.org/drawingml/2006/main">
              <a:ext uri="{FF2B5EF4-FFF2-40B4-BE49-F238E27FC236}">
                <a16:creationId xmlns:a16="http://schemas.microsoft.com/office/drawing/2014/main" id="{D8A7CD5E-37ED-42D6-9953-7786F291C8FA}"/>
              </a:ext>
            </a:extLst>
          </p:cNvPr>
          <p:cNvSpPr>
            <a:spLocks xmlns:a="http://schemas.openxmlformats.org/drawingml/2006/main" noGrp="1"/>
          </p:cNvSpPr>
          <p:nvPr/>
        </p:nvSpPr>
        <p:spPr>
          <a:xfrm xmlns:a="http://schemas.openxmlformats.org/drawingml/2006/main">
            <a:off x="6400800" y="2828925"/>
            <a:ext cx="2209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263348"/>
                </a:solidFill>
                <a:latin typeface="Apple SD Gothic Neo"/>
                <a:ea typeface="Apple SD Gothic Neo"/>
                <a:cs typeface="Apple SD Gothic Neo"/>
              </a:defRPr>
            </a:defPPr>
            <a:lvl1pPr algn="l">
              <a:defRPr sz="1875" b="0">
                <a:solidFill>
                  <a:srgbClr val="263348"/>
                </a:solidFill>
                <a:latin typeface="Apple SD Gothic Neo"/>
                <a:ea typeface="Apple SD Gothic Neo"/>
                <a:cs typeface="Apple SD Gothic Neo"/>
              </a:defRPr>
            </a:lvl1pPr>
            <a:lvl2pPr algn="l">
              <a:defRPr sz="1875" b="0">
                <a:solidFill>
                  <a:srgbClr val="263348"/>
                </a:solidFill>
                <a:latin typeface="Apple SD Gothic Neo"/>
                <a:ea typeface="Apple SD Gothic Neo"/>
                <a:cs typeface="Apple SD Gothic Neo"/>
              </a:defRPr>
            </a:lvl2pPr>
            <a:lvl3pPr algn="l">
              <a:defRPr sz="1875" b="0">
                <a:solidFill>
                  <a:srgbClr val="263348"/>
                </a:solidFill>
                <a:latin typeface="Apple SD Gothic Neo"/>
                <a:ea typeface="Apple SD Gothic Neo"/>
                <a:cs typeface="Apple SD Gothic Neo"/>
              </a:defRPr>
            </a:lvl3pPr>
            <a:lvl4pPr algn="l">
              <a:defRPr sz="1875" b="0">
                <a:solidFill>
                  <a:srgbClr val="263348"/>
                </a:solidFill>
                <a:latin typeface="Apple SD Gothic Neo"/>
                <a:ea typeface="Apple SD Gothic Neo"/>
                <a:cs typeface="Apple SD Gothic Neo"/>
              </a:defRPr>
            </a:lvl4pPr>
            <a:lvl5pPr algn="l">
              <a:defRPr sz="1875" b="0">
                <a:solidFill>
                  <a:srgbClr val="263348"/>
                </a:solidFill>
                <a:latin typeface="Apple SD Gothic Neo"/>
                <a:ea typeface="Apple SD Gothic Neo"/>
                <a:cs typeface="Apple SD Gothic Neo"/>
              </a:defRPr>
            </a:lvl5pPr>
            <a:lvl6pPr algn="l">
              <a:defRPr sz="1875" b="0">
                <a:solidFill>
                  <a:srgbClr val="263348"/>
                </a:solidFill>
                <a:latin typeface="Apple SD Gothic Neo"/>
                <a:ea typeface="Apple SD Gothic Neo"/>
                <a:cs typeface="Apple SD Gothic Neo"/>
              </a:defRPr>
            </a:lvl6pPr>
            <a:lvl7pPr algn="l">
              <a:defRPr sz="1875" b="0">
                <a:solidFill>
                  <a:srgbClr val="263348"/>
                </a:solidFill>
                <a:latin typeface="Apple SD Gothic Neo"/>
                <a:ea typeface="Apple SD Gothic Neo"/>
                <a:cs typeface="Apple SD Gothic Neo"/>
              </a:defRPr>
            </a:lvl7pPr>
            <a:lvl8pPr algn="l">
              <a:defRPr sz="1875" b="0">
                <a:solidFill>
                  <a:srgbClr val="263348"/>
                </a:solidFill>
                <a:latin typeface="Apple SD Gothic Neo"/>
                <a:ea typeface="Apple SD Gothic Neo"/>
                <a:cs typeface="Apple SD Gothic Neo"/>
              </a:defRPr>
            </a:lvl8pPr>
            <a:lvl9pPr algn="l">
              <a:defRPr sz="1875" b="0">
                <a:solidFill>
                  <a:srgbClr val="263348"/>
                </a:solidFill>
                <a:latin typeface="Apple SD Gothic Neo"/>
                <a:ea typeface="Apple SD Gothic Neo"/>
                <a:cs typeface="Apple SD Gothic Neo"/>
              </a:defRPr>
            </a:lvl9pPr>
          </a:lstStyle>
          <a:p xmlns:a="http://schemas.openxmlformats.org/drawingml/2006/main">
            <a:pPr algn="l">
              <a:defRPr sz="1875" b="0">
                <a:solidFill>
                  <a:srgbClr val="263348"/>
                </a:solidFill>
                <a:latin typeface="Apple SD Gothic Neo"/>
                <a:ea typeface="Apple SD Gothic Neo"/>
                <a:cs typeface="Apple SD Gothic Neo"/>
              </a:defRPr>
            </a:pPr>
            <a:r>
              <a:rPr sz="1875" b="0">
                <a:solidFill>
                  <a:srgbClr val="263348"/>
                </a:solidFill>
                <a:latin typeface="Apple SD Gothic Neo"/>
                <a:ea typeface="Apple SD Gothic Neo"/>
                <a:cs typeface="Apple SD Gothic Neo"/>
              </a:rPr>
              <a:t>이동 또는</a:t>
            </a:r>
          </a:p>
          <a:p xmlns:a="http://schemas.openxmlformats.org/drawingml/2006/main">
            <a:pPr algn="l">
              <a:defRPr sz="1875" b="0">
                <a:solidFill>
                  <a:srgbClr val="263348"/>
                </a:solidFill>
                <a:latin typeface="Apple SD Gothic Neo"/>
                <a:ea typeface="Apple SD Gothic Neo"/>
                <a:cs typeface="Apple SD Gothic Neo"/>
              </a:defRPr>
            </a:pPr>
            <a:r>
              <a:rPr sz="1875" b="0">
                <a:solidFill>
                  <a:srgbClr val="263348"/>
                </a:solidFill>
                <a:latin typeface="Apple SD Gothic Neo"/>
                <a:ea typeface="Apple SD Gothic Neo"/>
                <a:cs typeface="Apple SD Gothic Neo"/>
              </a:rPr>
              <a:t>공격 판정 실행</a:t>
            </a:r>
          </a:p>
        </p:txBody>
      </p:sp>
      <p:sp>
        <p:nvSpPr>
          <p:cNvPr id="15" name="transition-2">
            <a:extLst xmlns:a="http://schemas.openxmlformats.org/drawingml/2006/main">
              <a:ext uri="{FF2B5EF4-FFF2-40B4-BE49-F238E27FC236}">
                <a16:creationId xmlns:a16="http://schemas.microsoft.com/office/drawing/2014/main" id="{F02C86ED-0B70-4EFD-94C6-F3D777C575DF}"/>
              </a:ext>
            </a:extLst>
          </p:cNvPr>
          <p:cNvSpPr>
            <a:spLocks xmlns:a="http://schemas.openxmlformats.org/drawingml/2006/main" noGrp="1"/>
          </p:cNvSpPr>
          <p:nvPr/>
        </p:nvSpPr>
        <p:spPr>
          <a:xfrm xmlns:a="http://schemas.openxmlformats.org/drawingml/2006/main">
            <a:off x="8848725" y="2724150"/>
            <a:ext cx="180975" cy="209550"/>
          </a:xfrm>
          <a:prstGeom xmlns:a="http://schemas.openxmlformats.org/drawingml/2006/main" prst="rightArrow">
            <a:avLst/>
          </a:prstGeom>
          <a:solidFill xmlns:a="http://schemas.openxmlformats.org/drawingml/2006/main">
            <a:srgbClr val="738297"/>
          </a:solidFill>
          <a:ln xmlns:a="http://schemas.openxmlformats.org/drawingml/2006/main" w="0">
            <a:noFill/>
          </a:ln>
        </p:spPr>
      </p:sp>
      <p:sp>
        <p:nvSpPr>
          <p:cNvPr id="16" name="state-Recover">
            <a:extLst xmlns:a="http://schemas.openxmlformats.org/drawingml/2006/main">
              <a:ext uri="{FF2B5EF4-FFF2-40B4-BE49-F238E27FC236}">
                <a16:creationId xmlns:a16="http://schemas.microsoft.com/office/drawing/2014/main" id="{B632926D-913D-40D3-801C-B8F8C4B673D9}"/>
              </a:ext>
            </a:extLst>
          </p:cNvPr>
          <p:cNvSpPr>
            <a:spLocks xmlns:a="http://schemas.openxmlformats.org/drawingml/2006/main" noGrp="1"/>
          </p:cNvSpPr>
          <p:nvPr/>
        </p:nvSpPr>
        <p:spPr>
          <a:xfrm xmlns:a="http://schemas.openxmlformats.org/drawingml/2006/main">
            <a:off x="9067800" y="2095500"/>
            <a:ext cx="2514600" cy="1657350"/>
          </a:xfrm>
          <a:prstGeom xmlns:a="http://schemas.openxmlformats.org/drawingml/2006/main" prst="rect">
            <a:avLst/>
          </a:prstGeom>
          <a:solidFill xmlns:a="http://schemas.openxmlformats.org/drawingml/2006/main">
            <a:srgbClr val="F4F6F8"/>
          </a:solidFill>
          <a:ln xmlns:a="http://schemas.openxmlformats.org/drawingml/2006/main" w="11430">
            <a:solidFill>
              <a:srgbClr val="A5B1C0"/>
            </a:solidFill>
          </a:ln>
        </p:spPr>
      </p:sp>
      <p:sp>
        <p:nvSpPr>
          <p:cNvPr id="17" name="state-name-3">
            <a:extLst xmlns:a="http://schemas.openxmlformats.org/drawingml/2006/main">
              <a:ext uri="{FF2B5EF4-FFF2-40B4-BE49-F238E27FC236}">
                <a16:creationId xmlns:a16="http://schemas.microsoft.com/office/drawing/2014/main" id="{41DC4EBB-2671-4B29-81D8-6D5FB3DB1D95}"/>
              </a:ext>
            </a:extLst>
          </p:cNvPr>
          <p:cNvSpPr>
            <a:spLocks xmlns:a="http://schemas.openxmlformats.org/drawingml/2006/main" noGrp="1"/>
          </p:cNvSpPr>
          <p:nvPr/>
        </p:nvSpPr>
        <p:spPr>
          <a:xfrm xmlns:a="http://schemas.openxmlformats.org/drawingml/2006/main">
            <a:off x="9220200" y="2276475"/>
            <a:ext cx="2209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1">
                <a:solidFill>
                  <a:srgbClr val="263348"/>
                </a:solidFill>
                <a:latin typeface="Apple SD Gothic Neo"/>
                <a:ea typeface="Apple SD Gothic Neo"/>
                <a:cs typeface="Apple SD Gothic Neo"/>
              </a:defRPr>
            </a:defPPr>
            <a:lvl1pPr algn="l">
              <a:defRPr sz="2250" b="1">
                <a:solidFill>
                  <a:srgbClr val="263348"/>
                </a:solidFill>
                <a:latin typeface="Apple SD Gothic Neo"/>
                <a:ea typeface="Apple SD Gothic Neo"/>
                <a:cs typeface="Apple SD Gothic Neo"/>
              </a:defRPr>
            </a:lvl1pPr>
            <a:lvl2pPr algn="l">
              <a:defRPr sz="2250" b="1">
                <a:solidFill>
                  <a:srgbClr val="263348"/>
                </a:solidFill>
                <a:latin typeface="Apple SD Gothic Neo"/>
                <a:ea typeface="Apple SD Gothic Neo"/>
                <a:cs typeface="Apple SD Gothic Neo"/>
              </a:defRPr>
            </a:lvl2pPr>
            <a:lvl3pPr algn="l">
              <a:defRPr sz="2250" b="1">
                <a:solidFill>
                  <a:srgbClr val="263348"/>
                </a:solidFill>
                <a:latin typeface="Apple SD Gothic Neo"/>
                <a:ea typeface="Apple SD Gothic Neo"/>
                <a:cs typeface="Apple SD Gothic Neo"/>
              </a:defRPr>
            </a:lvl3pPr>
            <a:lvl4pPr algn="l">
              <a:defRPr sz="2250" b="1">
                <a:solidFill>
                  <a:srgbClr val="263348"/>
                </a:solidFill>
                <a:latin typeface="Apple SD Gothic Neo"/>
                <a:ea typeface="Apple SD Gothic Neo"/>
                <a:cs typeface="Apple SD Gothic Neo"/>
              </a:defRPr>
            </a:lvl4pPr>
            <a:lvl5pPr algn="l">
              <a:defRPr sz="2250" b="1">
                <a:solidFill>
                  <a:srgbClr val="263348"/>
                </a:solidFill>
                <a:latin typeface="Apple SD Gothic Neo"/>
                <a:ea typeface="Apple SD Gothic Neo"/>
                <a:cs typeface="Apple SD Gothic Neo"/>
              </a:defRPr>
            </a:lvl5pPr>
            <a:lvl6pPr algn="l">
              <a:defRPr sz="2250" b="1">
                <a:solidFill>
                  <a:srgbClr val="263348"/>
                </a:solidFill>
                <a:latin typeface="Apple SD Gothic Neo"/>
                <a:ea typeface="Apple SD Gothic Neo"/>
                <a:cs typeface="Apple SD Gothic Neo"/>
              </a:defRPr>
            </a:lvl6pPr>
            <a:lvl7pPr algn="l">
              <a:defRPr sz="2250" b="1">
                <a:solidFill>
                  <a:srgbClr val="263348"/>
                </a:solidFill>
                <a:latin typeface="Apple SD Gothic Neo"/>
                <a:ea typeface="Apple SD Gothic Neo"/>
                <a:cs typeface="Apple SD Gothic Neo"/>
              </a:defRPr>
            </a:lvl7pPr>
            <a:lvl8pPr algn="l">
              <a:defRPr sz="2250" b="1">
                <a:solidFill>
                  <a:srgbClr val="263348"/>
                </a:solidFill>
                <a:latin typeface="Apple SD Gothic Neo"/>
                <a:ea typeface="Apple SD Gothic Neo"/>
                <a:cs typeface="Apple SD Gothic Neo"/>
              </a:defRPr>
            </a:lvl8pPr>
            <a:lvl9pPr algn="l">
              <a:defRPr sz="2250" b="1">
                <a:solidFill>
                  <a:srgbClr val="263348"/>
                </a:solidFill>
                <a:latin typeface="Apple SD Gothic Neo"/>
                <a:ea typeface="Apple SD Gothic Neo"/>
                <a:cs typeface="Apple SD Gothic Neo"/>
              </a:defRPr>
            </a:lvl9pPr>
          </a:lstStyle>
          <a:p xmlns:a="http://schemas.openxmlformats.org/drawingml/2006/main">
            <a:pPr algn="l">
              <a:defRPr sz="2250" b="1">
                <a:solidFill>
                  <a:srgbClr val="263348"/>
                </a:solidFill>
                <a:latin typeface="Apple SD Gothic Neo"/>
                <a:ea typeface="Apple SD Gothic Neo"/>
                <a:cs typeface="Apple SD Gothic Neo"/>
              </a:defRPr>
            </a:pPr>
            <a:r>
              <a:rPr sz="2250" b="1">
                <a:solidFill>
                  <a:srgbClr val="263348"/>
                </a:solidFill>
                <a:latin typeface="Apple SD Gothic Neo"/>
                <a:ea typeface="Apple SD Gothic Neo"/>
                <a:cs typeface="Apple SD Gothic Neo"/>
              </a:rPr>
              <a:t>Recover</a:t>
            </a:r>
          </a:p>
        </p:txBody>
      </p:sp>
      <p:sp>
        <p:nvSpPr>
          <p:cNvPr id="18" name="state-desc-3">
            <a:extLst xmlns:a="http://schemas.openxmlformats.org/drawingml/2006/main">
              <a:ext uri="{FF2B5EF4-FFF2-40B4-BE49-F238E27FC236}">
                <a16:creationId xmlns:a16="http://schemas.microsoft.com/office/drawing/2014/main" id="{95351FC2-676C-42CB-9204-9A58809D533B}"/>
              </a:ext>
            </a:extLst>
          </p:cNvPr>
          <p:cNvSpPr>
            <a:spLocks xmlns:a="http://schemas.openxmlformats.org/drawingml/2006/main" noGrp="1"/>
          </p:cNvSpPr>
          <p:nvPr/>
        </p:nvSpPr>
        <p:spPr>
          <a:xfrm xmlns:a="http://schemas.openxmlformats.org/drawingml/2006/main">
            <a:off x="9220200" y="2828925"/>
            <a:ext cx="2209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263348"/>
                </a:solidFill>
                <a:latin typeface="Apple SD Gothic Neo"/>
                <a:ea typeface="Apple SD Gothic Neo"/>
                <a:cs typeface="Apple SD Gothic Neo"/>
              </a:defRPr>
            </a:defPPr>
            <a:lvl1pPr algn="l">
              <a:defRPr sz="1875" b="0">
                <a:solidFill>
                  <a:srgbClr val="263348"/>
                </a:solidFill>
                <a:latin typeface="Apple SD Gothic Neo"/>
                <a:ea typeface="Apple SD Gothic Neo"/>
                <a:cs typeface="Apple SD Gothic Neo"/>
              </a:defRPr>
            </a:lvl1pPr>
            <a:lvl2pPr algn="l">
              <a:defRPr sz="1875" b="0">
                <a:solidFill>
                  <a:srgbClr val="263348"/>
                </a:solidFill>
                <a:latin typeface="Apple SD Gothic Neo"/>
                <a:ea typeface="Apple SD Gothic Neo"/>
                <a:cs typeface="Apple SD Gothic Neo"/>
              </a:defRPr>
            </a:lvl2pPr>
            <a:lvl3pPr algn="l">
              <a:defRPr sz="1875" b="0">
                <a:solidFill>
                  <a:srgbClr val="263348"/>
                </a:solidFill>
                <a:latin typeface="Apple SD Gothic Neo"/>
                <a:ea typeface="Apple SD Gothic Neo"/>
                <a:cs typeface="Apple SD Gothic Neo"/>
              </a:defRPr>
            </a:lvl3pPr>
            <a:lvl4pPr algn="l">
              <a:defRPr sz="1875" b="0">
                <a:solidFill>
                  <a:srgbClr val="263348"/>
                </a:solidFill>
                <a:latin typeface="Apple SD Gothic Neo"/>
                <a:ea typeface="Apple SD Gothic Neo"/>
                <a:cs typeface="Apple SD Gothic Neo"/>
              </a:defRPr>
            </a:lvl4pPr>
            <a:lvl5pPr algn="l">
              <a:defRPr sz="1875" b="0">
                <a:solidFill>
                  <a:srgbClr val="263348"/>
                </a:solidFill>
                <a:latin typeface="Apple SD Gothic Neo"/>
                <a:ea typeface="Apple SD Gothic Neo"/>
                <a:cs typeface="Apple SD Gothic Neo"/>
              </a:defRPr>
            </a:lvl5pPr>
            <a:lvl6pPr algn="l">
              <a:defRPr sz="1875" b="0">
                <a:solidFill>
                  <a:srgbClr val="263348"/>
                </a:solidFill>
                <a:latin typeface="Apple SD Gothic Neo"/>
                <a:ea typeface="Apple SD Gothic Neo"/>
                <a:cs typeface="Apple SD Gothic Neo"/>
              </a:defRPr>
            </a:lvl6pPr>
            <a:lvl7pPr algn="l">
              <a:defRPr sz="1875" b="0">
                <a:solidFill>
                  <a:srgbClr val="263348"/>
                </a:solidFill>
                <a:latin typeface="Apple SD Gothic Neo"/>
                <a:ea typeface="Apple SD Gothic Neo"/>
                <a:cs typeface="Apple SD Gothic Neo"/>
              </a:defRPr>
            </a:lvl7pPr>
            <a:lvl8pPr algn="l">
              <a:defRPr sz="1875" b="0">
                <a:solidFill>
                  <a:srgbClr val="263348"/>
                </a:solidFill>
                <a:latin typeface="Apple SD Gothic Neo"/>
                <a:ea typeface="Apple SD Gothic Neo"/>
                <a:cs typeface="Apple SD Gothic Neo"/>
              </a:defRPr>
            </a:lvl8pPr>
            <a:lvl9pPr algn="l">
              <a:defRPr sz="1875" b="0">
                <a:solidFill>
                  <a:srgbClr val="263348"/>
                </a:solidFill>
                <a:latin typeface="Apple SD Gothic Neo"/>
                <a:ea typeface="Apple SD Gothic Neo"/>
                <a:cs typeface="Apple SD Gothic Neo"/>
              </a:defRPr>
            </a:lvl9pPr>
          </a:lstStyle>
          <a:p xmlns:a="http://schemas.openxmlformats.org/drawingml/2006/main">
            <a:pPr algn="l">
              <a:defRPr sz="1875" b="0">
                <a:solidFill>
                  <a:srgbClr val="263348"/>
                </a:solidFill>
                <a:latin typeface="Apple SD Gothic Neo"/>
                <a:ea typeface="Apple SD Gothic Neo"/>
                <a:cs typeface="Apple SD Gothic Neo"/>
              </a:defRPr>
            </a:pPr>
            <a:r>
              <a:rPr sz="1875" b="0">
                <a:solidFill>
                  <a:srgbClr val="263348"/>
                </a:solidFill>
                <a:latin typeface="Apple SD Gothic Neo"/>
                <a:ea typeface="Apple SD Gothic Neo"/>
                <a:cs typeface="Apple SD Gothic Neo"/>
              </a:rPr>
              <a:t>정지 상태의</a:t>
            </a:r>
          </a:p>
          <a:p xmlns:a="http://schemas.openxmlformats.org/drawingml/2006/main">
            <a:pPr algn="l">
              <a:defRPr sz="1875" b="0">
                <a:solidFill>
                  <a:srgbClr val="263348"/>
                </a:solidFill>
                <a:latin typeface="Apple SD Gothic Neo"/>
                <a:ea typeface="Apple SD Gothic Neo"/>
                <a:cs typeface="Apple SD Gothic Neo"/>
              </a:defRPr>
            </a:pPr>
            <a:r>
              <a:rPr sz="1875" b="0">
                <a:solidFill>
                  <a:srgbClr val="263348"/>
                </a:solidFill>
                <a:latin typeface="Apple SD Gothic Neo"/>
                <a:ea typeface="Apple SD Gothic Neo"/>
                <a:cs typeface="Apple SD Gothic Neo"/>
              </a:rPr>
              <a:t>공격 기회</a:t>
            </a:r>
          </a:p>
        </p:txBody>
      </p:sp>
      <p:sp>
        <p:nvSpPr>
          <p:cNvPr id="19" name="loop">
            <a:extLst xmlns:a="http://schemas.openxmlformats.org/drawingml/2006/main">
              <a:ext uri="{FF2B5EF4-FFF2-40B4-BE49-F238E27FC236}">
                <a16:creationId xmlns:a16="http://schemas.microsoft.com/office/drawing/2014/main" id="{BBBDC329-0FE9-4685-9DDB-309CD32361FC}"/>
              </a:ext>
            </a:extLst>
          </p:cNvPr>
          <p:cNvSpPr>
            <a:spLocks xmlns:a="http://schemas.openxmlformats.org/drawingml/2006/main" noGrp="1"/>
          </p:cNvSpPr>
          <p:nvPr/>
        </p:nvSpPr>
        <p:spPr>
          <a:xfrm xmlns:a="http://schemas.openxmlformats.org/drawingml/2006/main">
            <a:off x="609600" y="40481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263348"/>
                </a:solidFill>
                <a:latin typeface="Apple SD Gothic Neo"/>
                <a:ea typeface="Apple SD Gothic Neo"/>
                <a:cs typeface="Apple SD Gothic Neo"/>
              </a:defRPr>
            </a:defPPr>
            <a:lvl1pPr algn="l">
              <a:defRPr sz="2100" b="1">
                <a:solidFill>
                  <a:srgbClr val="263348"/>
                </a:solidFill>
                <a:latin typeface="Apple SD Gothic Neo"/>
                <a:ea typeface="Apple SD Gothic Neo"/>
                <a:cs typeface="Apple SD Gothic Neo"/>
              </a:defRPr>
            </a:lvl1pPr>
            <a:lvl2pPr algn="l">
              <a:defRPr sz="2100" b="1">
                <a:solidFill>
                  <a:srgbClr val="263348"/>
                </a:solidFill>
                <a:latin typeface="Apple SD Gothic Neo"/>
                <a:ea typeface="Apple SD Gothic Neo"/>
                <a:cs typeface="Apple SD Gothic Neo"/>
              </a:defRPr>
            </a:lvl2pPr>
            <a:lvl3pPr algn="l">
              <a:defRPr sz="2100" b="1">
                <a:solidFill>
                  <a:srgbClr val="263348"/>
                </a:solidFill>
                <a:latin typeface="Apple SD Gothic Neo"/>
                <a:ea typeface="Apple SD Gothic Neo"/>
                <a:cs typeface="Apple SD Gothic Neo"/>
              </a:defRPr>
            </a:lvl3pPr>
            <a:lvl4pPr algn="l">
              <a:defRPr sz="2100" b="1">
                <a:solidFill>
                  <a:srgbClr val="263348"/>
                </a:solidFill>
                <a:latin typeface="Apple SD Gothic Neo"/>
                <a:ea typeface="Apple SD Gothic Neo"/>
                <a:cs typeface="Apple SD Gothic Neo"/>
              </a:defRPr>
            </a:lvl4pPr>
            <a:lvl5pPr algn="l">
              <a:defRPr sz="2100" b="1">
                <a:solidFill>
                  <a:srgbClr val="263348"/>
                </a:solidFill>
                <a:latin typeface="Apple SD Gothic Neo"/>
                <a:ea typeface="Apple SD Gothic Neo"/>
                <a:cs typeface="Apple SD Gothic Neo"/>
              </a:defRPr>
            </a:lvl5pPr>
            <a:lvl6pPr algn="l">
              <a:defRPr sz="2100" b="1">
                <a:solidFill>
                  <a:srgbClr val="263348"/>
                </a:solidFill>
                <a:latin typeface="Apple SD Gothic Neo"/>
                <a:ea typeface="Apple SD Gothic Neo"/>
                <a:cs typeface="Apple SD Gothic Neo"/>
              </a:defRPr>
            </a:lvl6pPr>
            <a:lvl7pPr algn="l">
              <a:defRPr sz="2100" b="1">
                <a:solidFill>
                  <a:srgbClr val="263348"/>
                </a:solidFill>
                <a:latin typeface="Apple SD Gothic Neo"/>
                <a:ea typeface="Apple SD Gothic Neo"/>
                <a:cs typeface="Apple SD Gothic Neo"/>
              </a:defRPr>
            </a:lvl7pPr>
            <a:lvl8pPr algn="l">
              <a:defRPr sz="2100" b="1">
                <a:solidFill>
                  <a:srgbClr val="263348"/>
                </a:solidFill>
                <a:latin typeface="Apple SD Gothic Neo"/>
                <a:ea typeface="Apple SD Gothic Neo"/>
                <a:cs typeface="Apple SD Gothic Neo"/>
              </a:defRPr>
            </a:lvl8pPr>
            <a:lvl9pPr algn="l">
              <a:defRPr sz="2100" b="1">
                <a:solidFill>
                  <a:srgbClr val="263348"/>
                </a:solidFill>
                <a:latin typeface="Apple SD Gothic Neo"/>
                <a:ea typeface="Apple SD Gothic Neo"/>
                <a:cs typeface="Apple SD Gothic Neo"/>
              </a:defRPr>
            </a:lvl9pPr>
          </a:lstStyle>
          <a:p xmlns:a="http://schemas.openxmlformats.org/drawingml/2006/main">
            <a:pPr algn="l">
              <a:defRPr sz="2100" b="1">
                <a:solidFill>
                  <a:srgbClr val="263348"/>
                </a:solidFill>
                <a:latin typeface="Apple SD Gothic Neo"/>
                <a:ea typeface="Apple SD Gothic Neo"/>
                <a:cs typeface="Apple SD Gothic Neo"/>
              </a:defRPr>
            </a:pPr>
            <a:r>
              <a:rPr sz="2100" b="1">
                <a:solidFill>
                  <a:srgbClr val="263348"/>
                </a:solidFill>
                <a:latin typeface="Apple SD Gothic Neo"/>
                <a:ea typeface="Apple SD Gothic Neo"/>
                <a:cs typeface="Apple SD Gothic Neo"/>
              </a:rPr>
              <a:t>회복을 마치면 Approach로 돌아가 다음 패턴을 선택한다</a:t>
            </a:r>
          </a:p>
        </p:txBody>
      </p:sp>
      <p:sp>
        <p:nvSpPr>
          <p:cNvPr id="20" name="lock">
            <a:extLst xmlns:a="http://schemas.openxmlformats.org/drawingml/2006/main">
              <a:ext uri="{FF2B5EF4-FFF2-40B4-BE49-F238E27FC236}">
                <a16:creationId xmlns:a16="http://schemas.microsoft.com/office/drawing/2014/main" id="{6A533ADE-194D-465C-A149-AFD2D3F664D4}"/>
              </a:ext>
            </a:extLst>
          </p:cNvPr>
          <p:cNvSpPr>
            <a:spLocks xmlns:a="http://schemas.openxmlformats.org/drawingml/2006/main" noGrp="1"/>
          </p:cNvSpPr>
          <p:nvPr/>
        </p:nvSpPr>
        <p:spPr>
          <a:xfrm xmlns:a="http://schemas.openxmlformats.org/drawingml/2006/main">
            <a:off x="609600" y="4695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263348"/>
                </a:solidFill>
                <a:latin typeface="Apple SD Gothic Neo"/>
                <a:ea typeface="Apple SD Gothic Neo"/>
                <a:cs typeface="Apple SD Gothic Neo"/>
              </a:defRPr>
            </a:defPPr>
            <a:lvl1pPr algn="l">
              <a:defRPr sz="1875" b="0">
                <a:solidFill>
                  <a:srgbClr val="263348"/>
                </a:solidFill>
                <a:latin typeface="Apple SD Gothic Neo"/>
                <a:ea typeface="Apple SD Gothic Neo"/>
                <a:cs typeface="Apple SD Gothic Neo"/>
              </a:defRPr>
            </a:lvl1pPr>
            <a:lvl2pPr algn="l">
              <a:defRPr sz="1875" b="0">
                <a:solidFill>
                  <a:srgbClr val="263348"/>
                </a:solidFill>
                <a:latin typeface="Apple SD Gothic Neo"/>
                <a:ea typeface="Apple SD Gothic Neo"/>
                <a:cs typeface="Apple SD Gothic Neo"/>
              </a:defRPr>
            </a:lvl2pPr>
            <a:lvl3pPr algn="l">
              <a:defRPr sz="1875" b="0">
                <a:solidFill>
                  <a:srgbClr val="263348"/>
                </a:solidFill>
                <a:latin typeface="Apple SD Gothic Neo"/>
                <a:ea typeface="Apple SD Gothic Neo"/>
                <a:cs typeface="Apple SD Gothic Neo"/>
              </a:defRPr>
            </a:lvl3pPr>
            <a:lvl4pPr algn="l">
              <a:defRPr sz="1875" b="0">
                <a:solidFill>
                  <a:srgbClr val="263348"/>
                </a:solidFill>
                <a:latin typeface="Apple SD Gothic Neo"/>
                <a:ea typeface="Apple SD Gothic Neo"/>
                <a:cs typeface="Apple SD Gothic Neo"/>
              </a:defRPr>
            </a:lvl4pPr>
            <a:lvl5pPr algn="l">
              <a:defRPr sz="1875" b="0">
                <a:solidFill>
                  <a:srgbClr val="263348"/>
                </a:solidFill>
                <a:latin typeface="Apple SD Gothic Neo"/>
                <a:ea typeface="Apple SD Gothic Neo"/>
                <a:cs typeface="Apple SD Gothic Neo"/>
              </a:defRPr>
            </a:lvl5pPr>
            <a:lvl6pPr algn="l">
              <a:defRPr sz="1875" b="0">
                <a:solidFill>
                  <a:srgbClr val="263348"/>
                </a:solidFill>
                <a:latin typeface="Apple SD Gothic Neo"/>
                <a:ea typeface="Apple SD Gothic Neo"/>
                <a:cs typeface="Apple SD Gothic Neo"/>
              </a:defRPr>
            </a:lvl6pPr>
            <a:lvl7pPr algn="l">
              <a:defRPr sz="1875" b="0">
                <a:solidFill>
                  <a:srgbClr val="263348"/>
                </a:solidFill>
                <a:latin typeface="Apple SD Gothic Neo"/>
                <a:ea typeface="Apple SD Gothic Neo"/>
                <a:cs typeface="Apple SD Gothic Neo"/>
              </a:defRPr>
            </a:lvl7pPr>
            <a:lvl8pPr algn="l">
              <a:defRPr sz="1875" b="0">
                <a:solidFill>
                  <a:srgbClr val="263348"/>
                </a:solidFill>
                <a:latin typeface="Apple SD Gothic Neo"/>
                <a:ea typeface="Apple SD Gothic Neo"/>
                <a:cs typeface="Apple SD Gothic Neo"/>
              </a:defRPr>
            </a:lvl8pPr>
            <a:lvl9pPr algn="l">
              <a:defRPr sz="1875" b="0">
                <a:solidFill>
                  <a:srgbClr val="263348"/>
                </a:solidFill>
                <a:latin typeface="Apple SD Gothic Neo"/>
                <a:ea typeface="Apple SD Gothic Neo"/>
                <a:cs typeface="Apple SD Gothic Neo"/>
              </a:defRPr>
            </a:lvl9pPr>
          </a:lstStyle>
          <a:p xmlns:a="http://schemas.openxmlformats.org/drawingml/2006/main">
            <a:pPr algn="l">
              <a:defRPr sz="1875" b="0">
                <a:solidFill>
                  <a:srgbClr val="263348"/>
                </a:solidFill>
                <a:latin typeface="Apple SD Gothic Neo"/>
                <a:ea typeface="Apple SD Gothic Neo"/>
                <a:cs typeface="Apple SD Gothic Neo"/>
              </a:defRPr>
            </a:pPr>
            <a:r>
              <a:rPr sz="1875" b="0">
                <a:solidFill>
                  <a:srgbClr val="263348"/>
                </a:solidFill>
                <a:latin typeface="Apple SD Gothic Neo"/>
                <a:ea typeface="Apple SD Gothic Neo"/>
                <a:cs typeface="Apple SD Gothic Neo"/>
              </a:rPr>
              <a:t>패턴 실행 중에는 running으로 일반 이동과 새 공격 선택을 막는다</a:t>
            </a:r>
          </a:p>
        </p:txBody>
      </p:sp>
      <p:sp>
        <p:nvSpPr>
          <p:cNvPr id="21" name="stun">
            <a:extLst xmlns:a="http://schemas.openxmlformats.org/drawingml/2006/main">
              <a:ext uri="{FF2B5EF4-FFF2-40B4-BE49-F238E27FC236}">
                <a16:creationId xmlns:a16="http://schemas.microsoft.com/office/drawing/2014/main" id="{C7265B6C-3EBB-4DA5-88BF-9239B191F79E}"/>
              </a:ext>
            </a:extLst>
          </p:cNvPr>
          <p:cNvSpPr>
            <a:spLocks xmlns:a="http://schemas.openxmlformats.org/drawingml/2006/main" noGrp="1"/>
          </p:cNvSpPr>
          <p:nvPr/>
        </p:nvSpPr>
        <p:spPr>
          <a:xfrm xmlns:a="http://schemas.openxmlformats.org/drawingml/2006/main">
            <a:off x="609600" y="52482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263348"/>
                </a:solidFill>
                <a:latin typeface="Apple SD Gothic Neo"/>
                <a:ea typeface="Apple SD Gothic Neo"/>
                <a:cs typeface="Apple SD Gothic Neo"/>
              </a:defRPr>
            </a:defPPr>
            <a:lvl1pPr algn="l">
              <a:defRPr sz="1875" b="0">
                <a:solidFill>
                  <a:srgbClr val="263348"/>
                </a:solidFill>
                <a:latin typeface="Apple SD Gothic Neo"/>
                <a:ea typeface="Apple SD Gothic Neo"/>
                <a:cs typeface="Apple SD Gothic Neo"/>
              </a:defRPr>
            </a:lvl1pPr>
            <a:lvl2pPr algn="l">
              <a:defRPr sz="1875" b="0">
                <a:solidFill>
                  <a:srgbClr val="263348"/>
                </a:solidFill>
                <a:latin typeface="Apple SD Gothic Neo"/>
                <a:ea typeface="Apple SD Gothic Neo"/>
                <a:cs typeface="Apple SD Gothic Neo"/>
              </a:defRPr>
            </a:lvl2pPr>
            <a:lvl3pPr algn="l">
              <a:defRPr sz="1875" b="0">
                <a:solidFill>
                  <a:srgbClr val="263348"/>
                </a:solidFill>
                <a:latin typeface="Apple SD Gothic Neo"/>
                <a:ea typeface="Apple SD Gothic Neo"/>
                <a:cs typeface="Apple SD Gothic Neo"/>
              </a:defRPr>
            </a:lvl3pPr>
            <a:lvl4pPr algn="l">
              <a:defRPr sz="1875" b="0">
                <a:solidFill>
                  <a:srgbClr val="263348"/>
                </a:solidFill>
                <a:latin typeface="Apple SD Gothic Neo"/>
                <a:ea typeface="Apple SD Gothic Neo"/>
                <a:cs typeface="Apple SD Gothic Neo"/>
              </a:defRPr>
            </a:lvl4pPr>
            <a:lvl5pPr algn="l">
              <a:defRPr sz="1875" b="0">
                <a:solidFill>
                  <a:srgbClr val="263348"/>
                </a:solidFill>
                <a:latin typeface="Apple SD Gothic Neo"/>
                <a:ea typeface="Apple SD Gothic Neo"/>
                <a:cs typeface="Apple SD Gothic Neo"/>
              </a:defRPr>
            </a:lvl5pPr>
            <a:lvl6pPr algn="l">
              <a:defRPr sz="1875" b="0">
                <a:solidFill>
                  <a:srgbClr val="263348"/>
                </a:solidFill>
                <a:latin typeface="Apple SD Gothic Neo"/>
                <a:ea typeface="Apple SD Gothic Neo"/>
                <a:cs typeface="Apple SD Gothic Neo"/>
              </a:defRPr>
            </a:lvl6pPr>
            <a:lvl7pPr algn="l">
              <a:defRPr sz="1875" b="0">
                <a:solidFill>
                  <a:srgbClr val="263348"/>
                </a:solidFill>
                <a:latin typeface="Apple SD Gothic Neo"/>
                <a:ea typeface="Apple SD Gothic Neo"/>
                <a:cs typeface="Apple SD Gothic Neo"/>
              </a:defRPr>
            </a:lvl7pPr>
            <a:lvl8pPr algn="l">
              <a:defRPr sz="1875" b="0">
                <a:solidFill>
                  <a:srgbClr val="263348"/>
                </a:solidFill>
                <a:latin typeface="Apple SD Gothic Neo"/>
                <a:ea typeface="Apple SD Gothic Neo"/>
                <a:cs typeface="Apple SD Gothic Neo"/>
              </a:defRPr>
            </a:lvl8pPr>
            <a:lvl9pPr algn="l">
              <a:defRPr sz="1875" b="0">
                <a:solidFill>
                  <a:srgbClr val="263348"/>
                </a:solidFill>
                <a:latin typeface="Apple SD Gothic Neo"/>
                <a:ea typeface="Apple SD Gothic Neo"/>
                <a:cs typeface="Apple SD Gothic Neo"/>
              </a:defRPr>
            </a:lvl9pPr>
          </a:lstStyle>
          <a:p xmlns:a="http://schemas.openxmlformats.org/drawingml/2006/main">
            <a:pPr algn="l">
              <a:defRPr sz="1875" b="0">
                <a:solidFill>
                  <a:srgbClr val="263348"/>
                </a:solidFill>
                <a:latin typeface="Apple SD Gothic Neo"/>
                <a:ea typeface="Apple SD Gothic Neo"/>
                <a:cs typeface="Apple SD Gothic Neo"/>
              </a:defRPr>
            </a:pPr>
            <a:r>
              <a:rPr sz="1875" b="0">
                <a:solidFill>
                  <a:srgbClr val="263348"/>
                </a:solidFill>
                <a:latin typeface="Apple SD Gothic Neo"/>
                <a:ea typeface="Apple SD Gothic Neo"/>
                <a:cs typeface="Apple SD Gothic Neo"/>
              </a:rPr>
              <a:t>GD02 패링 성공 시 패턴을 중단하고 Stunned로 전환한다</a:t>
            </a:r>
          </a:p>
        </p:txBody>
      </p:sp>
      <p:sp>
        <p:nvSpPr>
          <p:cNvPr id="22" name="cleanup">
            <a:extLst xmlns:a="http://schemas.openxmlformats.org/drawingml/2006/main">
              <a:ext uri="{FF2B5EF4-FFF2-40B4-BE49-F238E27FC236}">
                <a16:creationId xmlns:a16="http://schemas.microsoft.com/office/drawing/2014/main" id="{FE44E8F3-3CAC-4A71-9194-E3D43D2F972A}"/>
              </a:ext>
            </a:extLst>
          </p:cNvPr>
          <p:cNvSpPr>
            <a:spLocks xmlns:a="http://schemas.openxmlformats.org/drawingml/2006/main" noGrp="1"/>
          </p:cNvSpPr>
          <p:nvPr/>
        </p:nvSpPr>
        <p:spPr>
          <a:xfrm xmlns:a="http://schemas.openxmlformats.org/drawingml/2006/main">
            <a:off x="609600" y="5800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263348"/>
                </a:solidFill>
                <a:latin typeface="Apple SD Gothic Neo"/>
                <a:ea typeface="Apple SD Gothic Neo"/>
                <a:cs typeface="Apple SD Gothic Neo"/>
              </a:defRPr>
            </a:defPPr>
            <a:lvl1pPr algn="l">
              <a:defRPr sz="1875" b="0">
                <a:solidFill>
                  <a:srgbClr val="263348"/>
                </a:solidFill>
                <a:latin typeface="Apple SD Gothic Neo"/>
                <a:ea typeface="Apple SD Gothic Neo"/>
                <a:cs typeface="Apple SD Gothic Neo"/>
              </a:defRPr>
            </a:lvl1pPr>
            <a:lvl2pPr algn="l">
              <a:defRPr sz="1875" b="0">
                <a:solidFill>
                  <a:srgbClr val="263348"/>
                </a:solidFill>
                <a:latin typeface="Apple SD Gothic Neo"/>
                <a:ea typeface="Apple SD Gothic Neo"/>
                <a:cs typeface="Apple SD Gothic Neo"/>
              </a:defRPr>
            </a:lvl2pPr>
            <a:lvl3pPr algn="l">
              <a:defRPr sz="1875" b="0">
                <a:solidFill>
                  <a:srgbClr val="263348"/>
                </a:solidFill>
                <a:latin typeface="Apple SD Gothic Neo"/>
                <a:ea typeface="Apple SD Gothic Neo"/>
                <a:cs typeface="Apple SD Gothic Neo"/>
              </a:defRPr>
            </a:lvl3pPr>
            <a:lvl4pPr algn="l">
              <a:defRPr sz="1875" b="0">
                <a:solidFill>
                  <a:srgbClr val="263348"/>
                </a:solidFill>
                <a:latin typeface="Apple SD Gothic Neo"/>
                <a:ea typeface="Apple SD Gothic Neo"/>
                <a:cs typeface="Apple SD Gothic Neo"/>
              </a:defRPr>
            </a:lvl4pPr>
            <a:lvl5pPr algn="l">
              <a:defRPr sz="1875" b="0">
                <a:solidFill>
                  <a:srgbClr val="263348"/>
                </a:solidFill>
                <a:latin typeface="Apple SD Gothic Neo"/>
                <a:ea typeface="Apple SD Gothic Neo"/>
                <a:cs typeface="Apple SD Gothic Neo"/>
              </a:defRPr>
            </a:lvl5pPr>
            <a:lvl6pPr algn="l">
              <a:defRPr sz="1875" b="0">
                <a:solidFill>
                  <a:srgbClr val="263348"/>
                </a:solidFill>
                <a:latin typeface="Apple SD Gothic Neo"/>
                <a:ea typeface="Apple SD Gothic Neo"/>
                <a:cs typeface="Apple SD Gothic Neo"/>
              </a:defRPr>
            </a:lvl6pPr>
            <a:lvl7pPr algn="l">
              <a:defRPr sz="1875" b="0">
                <a:solidFill>
                  <a:srgbClr val="263348"/>
                </a:solidFill>
                <a:latin typeface="Apple SD Gothic Neo"/>
                <a:ea typeface="Apple SD Gothic Neo"/>
                <a:cs typeface="Apple SD Gothic Neo"/>
              </a:defRPr>
            </a:lvl7pPr>
            <a:lvl8pPr algn="l">
              <a:defRPr sz="1875" b="0">
                <a:solidFill>
                  <a:srgbClr val="263348"/>
                </a:solidFill>
                <a:latin typeface="Apple SD Gothic Neo"/>
                <a:ea typeface="Apple SD Gothic Neo"/>
                <a:cs typeface="Apple SD Gothic Neo"/>
              </a:defRPr>
            </a:lvl8pPr>
            <a:lvl9pPr algn="l">
              <a:defRPr sz="1875" b="0">
                <a:solidFill>
                  <a:srgbClr val="263348"/>
                </a:solidFill>
                <a:latin typeface="Apple SD Gothic Neo"/>
                <a:ea typeface="Apple SD Gothic Neo"/>
                <a:cs typeface="Apple SD Gothic Neo"/>
              </a:defRPr>
            </a:lvl9pPr>
          </a:lstStyle>
          <a:p xmlns:a="http://schemas.openxmlformats.org/drawingml/2006/main">
            <a:pPr algn="l">
              <a:defRPr sz="1875" b="0">
                <a:solidFill>
                  <a:srgbClr val="263348"/>
                </a:solidFill>
                <a:latin typeface="Apple SD Gothic Neo"/>
                <a:ea typeface="Apple SD Gothic Neo"/>
                <a:cs typeface="Apple SD Gothic Neo"/>
              </a:defRPr>
            </a:pPr>
            <a:r>
              <a:rPr sz="1875" b="0">
                <a:solidFill>
                  <a:srgbClr val="263348"/>
                </a:solidFill>
                <a:latin typeface="Apple SD Gothic Neo"/>
                <a:ea typeface="Apple SD Gothic Neo"/>
                <a:cs typeface="Apple SD Gothic Neo"/>
              </a:rPr>
              <a:t>사망과 전투 종료 시 코루틴, 공격 객체, 임시 방어 상태를 정리한다</a:t>
            </a:r>
          </a:p>
        </p:txBody>
      </p:sp>
    </p:spTree>
    <p:extLst>
      <p:ext uri="{BB962C8B-B14F-4D97-AF65-F5344CB8AC3E}">
        <p14:creationId xmlns:p14="http://schemas.microsoft.com/office/powerpoint/2010/main" val="13604580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A2D995C-1A7D-4D3E-8D13-A5F93E1EC362}"/>
              </a:ext>
            </a:extLst>
          </p:cNvPr>
          <p:cNvSpPr>
            <a:spLocks xmlns:a="http://schemas.openxmlformats.org/drawingml/2006/main" noGrp="1"/>
          </p:cNvSpPr>
          <p:nvPr/>
        </p:nvSpPr>
        <p:spPr>
          <a:xfrm xmlns:a="http://schemas.openxmlformats.org/drawingml/2006/main">
            <a:off x="609600" y="3619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b="1">
                <a:solidFill>
                  <a:srgbClr val="18283D"/>
                </a:solidFill>
                <a:latin typeface="Apple SD Gothic Neo"/>
                <a:ea typeface="Apple SD Gothic Neo"/>
                <a:cs typeface="Apple SD Gothic Neo"/>
              </a:defRPr>
            </a:defPPr>
            <a:lvl1pPr algn="l">
              <a:defRPr sz="3000" b="1">
                <a:solidFill>
                  <a:srgbClr val="18283D"/>
                </a:solidFill>
                <a:latin typeface="Apple SD Gothic Neo"/>
                <a:ea typeface="Apple SD Gothic Neo"/>
                <a:cs typeface="Apple SD Gothic Neo"/>
              </a:defRPr>
            </a:lvl1pPr>
            <a:lvl2pPr algn="l">
              <a:defRPr sz="3000" b="1">
                <a:solidFill>
                  <a:srgbClr val="18283D"/>
                </a:solidFill>
                <a:latin typeface="Apple SD Gothic Neo"/>
                <a:ea typeface="Apple SD Gothic Neo"/>
                <a:cs typeface="Apple SD Gothic Neo"/>
              </a:defRPr>
            </a:lvl2pPr>
            <a:lvl3pPr algn="l">
              <a:defRPr sz="3000" b="1">
                <a:solidFill>
                  <a:srgbClr val="18283D"/>
                </a:solidFill>
                <a:latin typeface="Apple SD Gothic Neo"/>
                <a:ea typeface="Apple SD Gothic Neo"/>
                <a:cs typeface="Apple SD Gothic Neo"/>
              </a:defRPr>
            </a:lvl3pPr>
            <a:lvl4pPr algn="l">
              <a:defRPr sz="3000" b="1">
                <a:solidFill>
                  <a:srgbClr val="18283D"/>
                </a:solidFill>
                <a:latin typeface="Apple SD Gothic Neo"/>
                <a:ea typeface="Apple SD Gothic Neo"/>
                <a:cs typeface="Apple SD Gothic Neo"/>
              </a:defRPr>
            </a:lvl4pPr>
            <a:lvl5pPr algn="l">
              <a:defRPr sz="3000" b="1">
                <a:solidFill>
                  <a:srgbClr val="18283D"/>
                </a:solidFill>
                <a:latin typeface="Apple SD Gothic Neo"/>
                <a:ea typeface="Apple SD Gothic Neo"/>
                <a:cs typeface="Apple SD Gothic Neo"/>
              </a:defRPr>
            </a:lvl5pPr>
            <a:lvl6pPr algn="l">
              <a:defRPr sz="3000" b="1">
                <a:solidFill>
                  <a:srgbClr val="18283D"/>
                </a:solidFill>
                <a:latin typeface="Apple SD Gothic Neo"/>
                <a:ea typeface="Apple SD Gothic Neo"/>
                <a:cs typeface="Apple SD Gothic Neo"/>
              </a:defRPr>
            </a:lvl6pPr>
            <a:lvl7pPr algn="l">
              <a:defRPr sz="3000" b="1">
                <a:solidFill>
                  <a:srgbClr val="18283D"/>
                </a:solidFill>
                <a:latin typeface="Apple SD Gothic Neo"/>
                <a:ea typeface="Apple SD Gothic Neo"/>
                <a:cs typeface="Apple SD Gothic Neo"/>
              </a:defRPr>
            </a:lvl7pPr>
            <a:lvl8pPr algn="l">
              <a:defRPr sz="3000" b="1">
                <a:solidFill>
                  <a:srgbClr val="18283D"/>
                </a:solidFill>
                <a:latin typeface="Apple SD Gothic Neo"/>
                <a:ea typeface="Apple SD Gothic Neo"/>
                <a:cs typeface="Apple SD Gothic Neo"/>
              </a:defRPr>
            </a:lvl8pPr>
            <a:lvl9pPr algn="l">
              <a:defRPr sz="3000" b="1">
                <a:solidFill>
                  <a:srgbClr val="18283D"/>
                </a:solidFill>
                <a:latin typeface="Apple SD Gothic Neo"/>
                <a:ea typeface="Apple SD Gothic Neo"/>
                <a:cs typeface="Apple SD Gothic Neo"/>
              </a:defRPr>
            </a:lvl9pPr>
          </a:lstStyle>
          <a:p xmlns:a="http://schemas.openxmlformats.org/drawingml/2006/main">
            <a:pPr algn="l">
              <a:defRPr sz="3000" b="1">
                <a:solidFill>
                  <a:srgbClr val="18283D"/>
                </a:solidFill>
                <a:latin typeface="Apple SD Gothic Neo"/>
                <a:ea typeface="Apple SD Gothic Neo"/>
                <a:cs typeface="Apple SD Gothic Neo"/>
              </a:defRPr>
            </a:pPr>
            <a:r>
              <a:rPr sz="3000" b="1">
                <a:solidFill>
                  <a:srgbClr val="18283D"/>
                </a:solidFill>
                <a:latin typeface="Apple SD Gothic Neo"/>
                <a:ea typeface="Apple SD Gothic Neo"/>
                <a:cs typeface="Apple SD Gothic Neo"/>
              </a:rPr>
              <a:t>공격 패턴 선택 조건</a:t>
            </a:r>
          </a:p>
        </p:txBody>
      </p:sp>
      <p:sp>
        <p:nvSpPr>
          <p:cNvPr id="2" name="subtitle">
            <a:extLst xmlns:a="http://schemas.openxmlformats.org/drawingml/2006/main">
              <a:ext uri="{FF2B5EF4-FFF2-40B4-BE49-F238E27FC236}">
                <a16:creationId xmlns:a16="http://schemas.microsoft.com/office/drawing/2014/main" id="{D94996DA-362D-48F4-B36E-9E02099942A3}"/>
              </a:ext>
            </a:extLst>
          </p:cNvPr>
          <p:cNvSpPr>
            <a:spLocks xmlns:a="http://schemas.openxmlformats.org/drawingml/2006/main" noGrp="1"/>
          </p:cNvSpPr>
          <p:nvPr/>
        </p:nvSpPr>
        <p:spPr>
          <a:xfrm xmlns:a="http://schemas.openxmlformats.org/drawingml/2006/main">
            <a:off x="609600" y="10287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526075"/>
                </a:solidFill>
                <a:latin typeface="Apple SD Gothic Neo"/>
                <a:ea typeface="Apple SD Gothic Neo"/>
                <a:cs typeface="Apple SD Gothic Neo"/>
              </a:defRPr>
            </a:defPPr>
            <a:lvl1pPr algn="l">
              <a:defRPr sz="1725" b="0">
                <a:solidFill>
                  <a:srgbClr val="526075"/>
                </a:solidFill>
                <a:latin typeface="Apple SD Gothic Neo"/>
                <a:ea typeface="Apple SD Gothic Neo"/>
                <a:cs typeface="Apple SD Gothic Neo"/>
              </a:defRPr>
            </a:lvl1pPr>
            <a:lvl2pPr algn="l">
              <a:defRPr sz="1725" b="0">
                <a:solidFill>
                  <a:srgbClr val="526075"/>
                </a:solidFill>
                <a:latin typeface="Apple SD Gothic Neo"/>
                <a:ea typeface="Apple SD Gothic Neo"/>
                <a:cs typeface="Apple SD Gothic Neo"/>
              </a:defRPr>
            </a:lvl2pPr>
            <a:lvl3pPr algn="l">
              <a:defRPr sz="1725" b="0">
                <a:solidFill>
                  <a:srgbClr val="526075"/>
                </a:solidFill>
                <a:latin typeface="Apple SD Gothic Neo"/>
                <a:ea typeface="Apple SD Gothic Neo"/>
                <a:cs typeface="Apple SD Gothic Neo"/>
              </a:defRPr>
            </a:lvl3pPr>
            <a:lvl4pPr algn="l">
              <a:defRPr sz="1725" b="0">
                <a:solidFill>
                  <a:srgbClr val="526075"/>
                </a:solidFill>
                <a:latin typeface="Apple SD Gothic Neo"/>
                <a:ea typeface="Apple SD Gothic Neo"/>
                <a:cs typeface="Apple SD Gothic Neo"/>
              </a:defRPr>
            </a:lvl4pPr>
            <a:lvl5pPr algn="l">
              <a:defRPr sz="1725" b="0">
                <a:solidFill>
                  <a:srgbClr val="526075"/>
                </a:solidFill>
                <a:latin typeface="Apple SD Gothic Neo"/>
                <a:ea typeface="Apple SD Gothic Neo"/>
                <a:cs typeface="Apple SD Gothic Neo"/>
              </a:defRPr>
            </a:lvl5pPr>
            <a:lvl6pPr algn="l">
              <a:defRPr sz="1725" b="0">
                <a:solidFill>
                  <a:srgbClr val="526075"/>
                </a:solidFill>
                <a:latin typeface="Apple SD Gothic Neo"/>
                <a:ea typeface="Apple SD Gothic Neo"/>
                <a:cs typeface="Apple SD Gothic Neo"/>
              </a:defRPr>
            </a:lvl6pPr>
            <a:lvl7pPr algn="l">
              <a:defRPr sz="1725" b="0">
                <a:solidFill>
                  <a:srgbClr val="526075"/>
                </a:solidFill>
                <a:latin typeface="Apple SD Gothic Neo"/>
                <a:ea typeface="Apple SD Gothic Neo"/>
                <a:cs typeface="Apple SD Gothic Neo"/>
              </a:defRPr>
            </a:lvl7pPr>
            <a:lvl8pPr algn="l">
              <a:defRPr sz="1725" b="0">
                <a:solidFill>
                  <a:srgbClr val="526075"/>
                </a:solidFill>
                <a:latin typeface="Apple SD Gothic Neo"/>
                <a:ea typeface="Apple SD Gothic Neo"/>
                <a:cs typeface="Apple SD Gothic Neo"/>
              </a:defRPr>
            </a:lvl8pPr>
            <a:lvl9pPr algn="l">
              <a:defRPr sz="1725" b="0">
                <a:solidFill>
                  <a:srgbClr val="526075"/>
                </a:solidFill>
                <a:latin typeface="Apple SD Gothic Neo"/>
                <a:ea typeface="Apple SD Gothic Neo"/>
                <a:cs typeface="Apple SD Gothic Neo"/>
              </a:defRPr>
            </a:lvl9pPr>
          </a:lstStyle>
          <a:p xmlns:a="http://schemas.openxmlformats.org/drawingml/2006/main">
            <a:pPr algn="l">
              <a:defRPr sz="1725" b="0">
                <a:solidFill>
                  <a:srgbClr val="526075"/>
                </a:solidFill>
                <a:latin typeface="Apple SD Gothic Neo"/>
                <a:ea typeface="Apple SD Gothic Neo"/>
                <a:cs typeface="Apple SD Gothic Neo"/>
              </a:defRPr>
            </a:pPr>
            <a:r>
              <a:rPr sz="1725" b="0">
                <a:solidFill>
                  <a:srgbClr val="526075"/>
                </a:solidFill>
                <a:latin typeface="Apple SD Gothic Neo"/>
                <a:ea typeface="Apple SD Gothic Neo"/>
                <a:cs typeface="Apple SD Gothic Neo"/>
              </a:rPr>
              <a:t>계승한 패턴 목록을 순환하며, 현재 조건을 만족하는 첫 후보를 선택한다</a:t>
            </a:r>
          </a:p>
        </p:txBody>
      </p:sp>
      <p:sp>
        <p:nvSpPr>
          <p:cNvPr id="3" name="source">
            <a:extLst xmlns:a="http://schemas.openxmlformats.org/drawingml/2006/main">
              <a:ext uri="{FF2B5EF4-FFF2-40B4-BE49-F238E27FC236}">
                <a16:creationId xmlns:a16="http://schemas.microsoft.com/office/drawing/2014/main" id="{3112E887-87E3-42C0-B561-846017C226BA}"/>
              </a:ext>
            </a:extLst>
          </p:cNvPr>
          <p:cNvSpPr>
            <a:spLocks xmlns:a="http://schemas.openxmlformats.org/drawingml/2006/main" noGrp="1"/>
          </p:cNvSpPr>
          <p:nvPr/>
        </p:nvSpPr>
        <p:spPr>
          <a:xfrm xmlns:a="http://schemas.openxmlformats.org/drawingml/2006/main">
            <a:off x="609600" y="643890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0">
                <a:solidFill>
                  <a:srgbClr val="768194"/>
                </a:solidFill>
                <a:latin typeface="Apple SD Gothic Neo"/>
                <a:ea typeface="Apple SD Gothic Neo"/>
                <a:cs typeface="Apple SD Gothic Neo"/>
              </a:defRPr>
            </a:defPPr>
            <a:lvl1pPr algn="l">
              <a:defRPr sz="1200" b="0">
                <a:solidFill>
                  <a:srgbClr val="768194"/>
                </a:solidFill>
                <a:latin typeface="Apple SD Gothic Neo"/>
                <a:ea typeface="Apple SD Gothic Neo"/>
                <a:cs typeface="Apple SD Gothic Neo"/>
              </a:defRPr>
            </a:lvl1pPr>
            <a:lvl2pPr algn="l">
              <a:defRPr sz="1200" b="0">
                <a:solidFill>
                  <a:srgbClr val="768194"/>
                </a:solidFill>
                <a:latin typeface="Apple SD Gothic Neo"/>
                <a:ea typeface="Apple SD Gothic Neo"/>
                <a:cs typeface="Apple SD Gothic Neo"/>
              </a:defRPr>
            </a:lvl2pPr>
            <a:lvl3pPr algn="l">
              <a:defRPr sz="1200" b="0">
                <a:solidFill>
                  <a:srgbClr val="768194"/>
                </a:solidFill>
                <a:latin typeface="Apple SD Gothic Neo"/>
                <a:ea typeface="Apple SD Gothic Neo"/>
                <a:cs typeface="Apple SD Gothic Neo"/>
              </a:defRPr>
            </a:lvl3pPr>
            <a:lvl4pPr algn="l">
              <a:defRPr sz="1200" b="0">
                <a:solidFill>
                  <a:srgbClr val="768194"/>
                </a:solidFill>
                <a:latin typeface="Apple SD Gothic Neo"/>
                <a:ea typeface="Apple SD Gothic Neo"/>
                <a:cs typeface="Apple SD Gothic Neo"/>
              </a:defRPr>
            </a:lvl4pPr>
            <a:lvl5pPr algn="l">
              <a:defRPr sz="1200" b="0">
                <a:solidFill>
                  <a:srgbClr val="768194"/>
                </a:solidFill>
                <a:latin typeface="Apple SD Gothic Neo"/>
                <a:ea typeface="Apple SD Gothic Neo"/>
                <a:cs typeface="Apple SD Gothic Neo"/>
              </a:defRPr>
            </a:lvl5pPr>
            <a:lvl6pPr algn="l">
              <a:defRPr sz="1200" b="0">
                <a:solidFill>
                  <a:srgbClr val="768194"/>
                </a:solidFill>
                <a:latin typeface="Apple SD Gothic Neo"/>
                <a:ea typeface="Apple SD Gothic Neo"/>
                <a:cs typeface="Apple SD Gothic Neo"/>
              </a:defRPr>
            </a:lvl6pPr>
            <a:lvl7pPr algn="l">
              <a:defRPr sz="1200" b="0">
                <a:solidFill>
                  <a:srgbClr val="768194"/>
                </a:solidFill>
                <a:latin typeface="Apple SD Gothic Neo"/>
                <a:ea typeface="Apple SD Gothic Neo"/>
                <a:cs typeface="Apple SD Gothic Neo"/>
              </a:defRPr>
            </a:lvl7pPr>
            <a:lvl8pPr algn="l">
              <a:defRPr sz="1200" b="0">
                <a:solidFill>
                  <a:srgbClr val="768194"/>
                </a:solidFill>
                <a:latin typeface="Apple SD Gothic Neo"/>
                <a:ea typeface="Apple SD Gothic Neo"/>
                <a:cs typeface="Apple SD Gothic Neo"/>
              </a:defRPr>
            </a:lvl8pPr>
            <a:lvl9pPr algn="l">
              <a:defRPr sz="1200" b="0">
                <a:solidFill>
                  <a:srgbClr val="768194"/>
                </a:solidFill>
                <a:latin typeface="Apple SD Gothic Neo"/>
                <a:ea typeface="Apple SD Gothic Neo"/>
                <a:cs typeface="Apple SD Gothic Neo"/>
              </a:defRPr>
            </a:lvl9pPr>
          </a:lstStyle>
          <a:p xmlns:a="http://schemas.openxmlformats.org/drawingml/2006/main">
            <a:pPr algn="l">
              <a:defRPr sz="1200" b="0">
                <a:solidFill>
                  <a:srgbClr val="768194"/>
                </a:solidFill>
                <a:latin typeface="Apple SD Gothic Neo"/>
                <a:ea typeface="Apple SD Gothic Neo"/>
                <a:cs typeface="Apple SD Gothic Neo"/>
              </a:defRPr>
            </a:pPr>
            <a:r>
              <a:rPr sz="1200" b="0">
                <a:solidFill>
                  <a:srgbClr val="768194"/>
                </a:solidFill>
                <a:latin typeface="Apple SD Gothic Neo"/>
                <a:ea typeface="Apple SD Gothic Neo"/>
                <a:cs typeface="Apple SD Gothic Neo"/>
              </a:rPr>
              <a:t>KarmaPatternCatalog.cs / KarmaEnemy.StateMachine.cs BeginAttack()</a:t>
            </a:r>
          </a:p>
        </p:txBody>
      </p:sp>
      <p:graphicFrame>
        <p:nvGraphicFramePr>
          <p:cNvPr id="4" name="">
            <a:extLst xmlns:a="http://schemas.openxmlformats.org/drawingml/2006/main">
              <a:ext uri="{FF2B5EF4-FFF2-40B4-BE49-F238E27FC236}">
                <a16:creationId xmlns:a16="http://schemas.microsoft.com/office/drawing/2014/main" id="{6F7B6DF7-357E-42FF-820C-72D11A6D7803}"/>
              </a:ext>
            </a:extLst>
          </p:cNvPr>
          <p:cNvGraphicFramePr/>
          <p:nvPr/>
        </p:nvGraphicFramePr>
        <p:xfrm>
          <a:off xmlns:a="http://schemas.openxmlformats.org/drawingml/2006/main" x="609600" y="1743075"/>
          <a:ext xmlns:a="http://schemas.openxmlformats.org/drawingml/2006/main" cx="10972800" cy="3543300"/>
        </p:xfrm>
        <a:graphic xmlns:a="http://schemas.openxmlformats.org/drawingml/2006/main">
          <a:graphicData uri="http://schemas.openxmlformats.org/drawingml/2006/table">
            <a:tbl>
              <a:tblPr/>
              <a:tblGrid>
                <a:gridCol w="2952750"/>
                <a:gridCol w="8020050"/>
              </a:tblGrid>
              <a:tr h="552450">
                <a:tc>
                  <a:txBody>
                    <a:bodyPr lIns="152400" tIns="76200" rIns="133350" bIns="76200"/>
                    <a:lstStyle/>
                    <a:p>
                      <a:r>
                        <a:rPr sz="1725" b="1">
                          <a:solidFill>
                            <a:srgbClr val="263348"/>
                          </a:solidFill>
                          <a:latin typeface="Apple SD Gothic Neo"/>
                          <a:ea typeface="Apple SD Gothic Neo"/>
                          <a:cs typeface="Apple SD Gothic Neo"/>
                        </a:rPr>
                        <a:t>후보</a:t>
                      </a:r>
                    </a:p>
                  </a:txBody>
                  <a:tcPr marL="91440" marR="91440" marT="45720" marB="45720" anchor="ctr">
                    <a:lnL w="6668">
                      <a:solidFill>
                        <a:srgbClr val="D7DDE4"/>
                      </a:solidFill>
                      <a:prstDash val="solid"/>
                    </a:lnL>
                    <a:lnR w="6668">
                      <a:solidFill>
                        <a:srgbClr val="D7DDE4"/>
                      </a:solidFill>
                      <a:prstDash val="solid"/>
                    </a:lnR>
                    <a:lnT w="6668">
                      <a:solidFill>
                        <a:srgbClr val="D7DDE4"/>
                      </a:solidFill>
                      <a:prstDash val="solid"/>
                    </a:lnT>
                    <a:lnB w="6668">
                      <a:solidFill>
                        <a:srgbClr val="D7DDE4"/>
                      </a:solidFill>
                      <a:prstDash val="solid"/>
                    </a:lnB>
                    <a:solidFill>
                      <a:srgbClr val="EEF1F5"/>
                    </a:solidFill>
                  </a:tcPr>
                </a:tc>
                <a:tc>
                  <a:txBody>
                    <a:bodyPr lIns="152400" tIns="76200" rIns="133350" bIns="76200"/>
                    <a:lstStyle/>
                    <a:p>
                      <a:r>
                        <a:rPr sz="1725" b="1">
                          <a:solidFill>
                            <a:srgbClr val="263348"/>
                          </a:solidFill>
                          <a:latin typeface="Apple SD Gothic Neo"/>
                          <a:ea typeface="Apple SD Gothic Neo"/>
                          <a:cs typeface="Apple SD Gothic Neo"/>
                        </a:rPr>
                        <a:t>선택 조건</a:t>
                      </a:r>
                    </a:p>
                  </a:txBody>
                  <a:tcPr marL="91440" marR="91440" marT="45720" marB="45720" anchor="ctr">
                    <a:lnR w="6668">
                      <a:solidFill>
                        <a:srgbClr val="D7DDE4"/>
                      </a:solidFill>
                      <a:prstDash val="solid"/>
                    </a:lnR>
                    <a:lnT w="6668">
                      <a:solidFill>
                        <a:srgbClr val="D7DDE4"/>
                      </a:solidFill>
                      <a:prstDash val="solid"/>
                    </a:lnT>
                    <a:lnB w="6668">
                      <a:solidFill>
                        <a:srgbClr val="D7DDE4"/>
                      </a:solidFill>
                      <a:prstDash val="solid"/>
                    </a:lnB>
                    <a:solidFill>
                      <a:srgbClr val="EEF1F5"/>
                    </a:solidFill>
                  </a:tcPr>
                </a:tc>
              </a:tr>
              <a:tr h="598170">
                <a:tc>
                  <a:txBody>
                    <a:bodyPr lIns="152400" tIns="76200" rIns="133350" bIns="76200"/>
                    <a:lstStyle/>
                    <a:p>
                      <a:r>
                        <a:rPr sz="1725" b="0">
                          <a:solidFill>
                            <a:srgbClr val="263348"/>
                          </a:solidFill>
                          <a:latin typeface="Apple SD Gothic Neo"/>
                          <a:ea typeface="Apple SD Gothic Neo"/>
                          <a:cs typeface="Apple SD Gothic Neo"/>
                        </a:rPr>
                        <a:t>SW01 / SW03</a:t>
                      </a:r>
                    </a:p>
                  </a:txBody>
                  <a:tcPr marL="91440" marR="91440" marT="45720" marB="45720" anchor="ctr">
                    <a:lnL w="6668">
                      <a:solidFill>
                        <a:srgbClr val="D7DDE4"/>
                      </a:solidFill>
                      <a:prstDash val="solid"/>
                    </a:lnL>
                    <a:lnR w="6668">
                      <a:solidFill>
                        <a:srgbClr val="D7DDE4"/>
                      </a:solidFill>
                      <a:prstDash val="solid"/>
                    </a:lnR>
                    <a:lnB w="6668">
                      <a:solidFill>
                        <a:srgbClr val="D7DDE4"/>
                      </a:solidFill>
                      <a:prstDash val="solid"/>
                    </a:lnB>
                    <a:solidFill>
                      <a:srgbClr val="FFFFFF"/>
                    </a:solidFill>
                  </a:tcPr>
                </a:tc>
                <a:tc>
                  <a:txBody>
                    <a:bodyPr lIns="152400" tIns="76200" rIns="133350" bIns="76200"/>
                    <a:lstStyle/>
                    <a:p>
                      <a:r>
                        <a:rPr sz="1725" b="0">
                          <a:solidFill>
                            <a:srgbClr val="263348"/>
                          </a:solidFill>
                          <a:latin typeface="Apple SD Gothic Neo"/>
                          <a:ea typeface="Apple SD Gothic Neo"/>
                          <a:cs typeface="Apple SD Gothic Neo"/>
                        </a:rPr>
                        <a:t>플레이어와 수평 거리 4 이상</a:t>
                      </a:r>
                    </a:p>
                  </a:txBody>
                  <a:tcPr marL="91440" marR="91440" marT="45720" marB="45720" anchor="ctr">
                    <a:lnR w="6668">
                      <a:solidFill>
                        <a:srgbClr val="D7DDE4"/>
                      </a:solidFill>
                      <a:prstDash val="solid"/>
                    </a:lnR>
                    <a:lnB w="6668">
                      <a:solidFill>
                        <a:srgbClr val="D7DDE4"/>
                      </a:solidFill>
                      <a:prstDash val="solid"/>
                    </a:lnB>
                    <a:solidFill>
                      <a:srgbClr val="FFFFFF"/>
                    </a:solidFill>
                  </a:tcPr>
                </a:tc>
              </a:tr>
              <a:tr h="598170">
                <a:tc>
                  <a:txBody>
                    <a:bodyPr lIns="152400" tIns="76200" rIns="133350" bIns="76200"/>
                    <a:lstStyle/>
                    <a:p>
                      <a:r>
                        <a:rPr sz="1725" b="0">
                          <a:solidFill>
                            <a:srgbClr val="263348"/>
                          </a:solidFill>
                          <a:latin typeface="Apple SD Gothic Neo"/>
                          <a:ea typeface="Apple SD Gothic Neo"/>
                          <a:cs typeface="Apple SD Gothic Neo"/>
                        </a:rPr>
                        <a:t>SW02</a:t>
                      </a:r>
                    </a:p>
                  </a:txBody>
                  <a:tcPr marL="91440" marR="91440" marT="45720" marB="45720" anchor="ctr">
                    <a:lnL w="6668">
                      <a:solidFill>
                        <a:srgbClr val="D7DDE4"/>
                      </a:solidFill>
                      <a:prstDash val="solid"/>
                    </a:lnL>
                    <a:lnR w="6668">
                      <a:solidFill>
                        <a:srgbClr val="D7DDE4"/>
                      </a:solidFill>
                      <a:prstDash val="solid"/>
                    </a:lnR>
                    <a:lnB w="6668">
                      <a:solidFill>
                        <a:srgbClr val="D7DDE4"/>
                      </a:solidFill>
                      <a:prstDash val="solid"/>
                    </a:lnB>
                    <a:solidFill>
                      <a:srgbClr val="FFFFFF"/>
                    </a:solidFill>
                  </a:tcPr>
                </a:tc>
                <a:tc>
                  <a:txBody>
                    <a:bodyPr lIns="152400" tIns="76200" rIns="133350" bIns="76200"/>
                    <a:lstStyle/>
                    <a:p>
                      <a:r>
                        <a:rPr sz="1725" b="0">
                          <a:solidFill>
                            <a:srgbClr val="263348"/>
                          </a:solidFill>
                          <a:latin typeface="Apple SD Gothic Neo"/>
                          <a:ea typeface="Apple SD Gothic Neo"/>
                          <a:cs typeface="Apple SD Gothic Neo"/>
                        </a:rPr>
                        <a:t>플레이어까지 사선이 확보됨</a:t>
                      </a:r>
                    </a:p>
                  </a:txBody>
                  <a:tcPr marL="91440" marR="91440" marT="45720" marB="45720" anchor="ctr">
                    <a:lnR w="6668">
                      <a:solidFill>
                        <a:srgbClr val="D7DDE4"/>
                      </a:solidFill>
                      <a:prstDash val="solid"/>
                    </a:lnR>
                    <a:lnB w="6668">
                      <a:solidFill>
                        <a:srgbClr val="D7DDE4"/>
                      </a:solidFill>
                      <a:prstDash val="solid"/>
                    </a:lnB>
                    <a:solidFill>
                      <a:srgbClr val="FFFFFF"/>
                    </a:solidFill>
                  </a:tcPr>
                </a:tc>
              </a:tr>
              <a:tr h="598170">
                <a:tc>
                  <a:txBody>
                    <a:bodyPr lIns="152400" tIns="76200" rIns="133350" bIns="76200"/>
                    <a:lstStyle/>
                    <a:p>
                      <a:r>
                        <a:rPr sz="1725" b="0">
                          <a:solidFill>
                            <a:srgbClr val="263348"/>
                          </a:solidFill>
                          <a:latin typeface="Apple SD Gothic Neo"/>
                          <a:ea typeface="Apple SD Gothic Neo"/>
                          <a:cs typeface="Apple SD Gothic Neo"/>
                        </a:rPr>
                        <a:t>UP02</a:t>
                      </a:r>
                    </a:p>
                  </a:txBody>
                  <a:tcPr marL="91440" marR="91440" marT="45720" marB="45720" anchor="ctr">
                    <a:lnL w="6668">
                      <a:solidFill>
                        <a:srgbClr val="D7DDE4"/>
                      </a:solidFill>
                      <a:prstDash val="solid"/>
                    </a:lnL>
                    <a:lnR w="6668">
                      <a:solidFill>
                        <a:srgbClr val="D7DDE4"/>
                      </a:solidFill>
                      <a:prstDash val="solid"/>
                    </a:lnR>
                    <a:lnB w="6668">
                      <a:solidFill>
                        <a:srgbClr val="D7DDE4"/>
                      </a:solidFill>
                      <a:prstDash val="solid"/>
                    </a:lnB>
                    <a:solidFill>
                      <a:srgbClr val="FFFFFF"/>
                    </a:solidFill>
                  </a:tcPr>
                </a:tc>
                <a:tc>
                  <a:txBody>
                    <a:bodyPr lIns="152400" tIns="76200" rIns="133350" bIns="76200"/>
                    <a:lstStyle/>
                    <a:p>
                      <a:r>
                        <a:rPr sz="1725" b="0">
                          <a:solidFill>
                            <a:srgbClr val="263348"/>
                          </a:solidFill>
                          <a:latin typeface="Apple SD Gothic Neo"/>
                          <a:ea typeface="Apple SD Gothic Neo"/>
                          <a:cs typeface="Apple SD Gothic Neo"/>
                        </a:rPr>
                        <a:t>플레이어가 공중이거나 거리 8 이내 / 연속 선택 금지</a:t>
                      </a:r>
                    </a:p>
                  </a:txBody>
                  <a:tcPr marL="91440" marR="91440" marT="45720" marB="45720" anchor="ctr">
                    <a:lnR w="6668">
                      <a:solidFill>
                        <a:srgbClr val="D7DDE4"/>
                      </a:solidFill>
                      <a:prstDash val="solid"/>
                    </a:lnR>
                    <a:lnB w="6668">
                      <a:solidFill>
                        <a:srgbClr val="D7DDE4"/>
                      </a:solidFill>
                      <a:prstDash val="solid"/>
                    </a:lnB>
                    <a:solidFill>
                      <a:srgbClr val="FFFFFF"/>
                    </a:solidFill>
                  </a:tcPr>
                </a:tc>
              </a:tr>
              <a:tr h="598170">
                <a:tc>
                  <a:txBody>
                    <a:bodyPr lIns="152400" tIns="76200" rIns="133350" bIns="76200"/>
                    <a:lstStyle/>
                    <a:p>
                      <a:r>
                        <a:rPr sz="1725" b="0">
                          <a:solidFill>
                            <a:srgbClr val="263348"/>
                          </a:solidFill>
                          <a:latin typeface="Apple SD Gothic Neo"/>
                          <a:ea typeface="Apple SD Gothic Neo"/>
                          <a:cs typeface="Apple SD Gothic Neo"/>
                        </a:rPr>
                        <a:t>GD02</a:t>
                      </a:r>
                    </a:p>
                  </a:txBody>
                  <a:tcPr marL="91440" marR="91440" marT="45720" marB="45720" anchor="ctr">
                    <a:lnL w="6668">
                      <a:solidFill>
                        <a:srgbClr val="D7DDE4"/>
                      </a:solidFill>
                      <a:prstDash val="solid"/>
                    </a:lnL>
                    <a:lnR w="6668">
                      <a:solidFill>
                        <a:srgbClr val="D7DDE4"/>
                      </a:solidFill>
                      <a:prstDash val="solid"/>
                    </a:lnR>
                    <a:lnB w="6668">
                      <a:solidFill>
                        <a:srgbClr val="D7DDE4"/>
                      </a:solidFill>
                      <a:prstDash val="solid"/>
                    </a:lnB>
                    <a:solidFill>
                      <a:srgbClr val="FFFFFF"/>
                    </a:solidFill>
                  </a:tcPr>
                </a:tc>
                <a:tc>
                  <a:txBody>
                    <a:bodyPr lIns="152400" tIns="76200" rIns="133350" bIns="76200"/>
                    <a:lstStyle/>
                    <a:p>
                      <a:r>
                        <a:rPr sz="1725" b="0">
                          <a:solidFill>
                            <a:srgbClr val="263348"/>
                          </a:solidFill>
                          <a:latin typeface="Apple SD Gothic Neo"/>
                          <a:ea typeface="Apple SD Gothic Neo"/>
                          <a:cs typeface="Apple SD Gothic Neo"/>
                        </a:rPr>
                        <a:t>자동방어막 활성 중이며 거리 5 이내</a:t>
                      </a:r>
                    </a:p>
                  </a:txBody>
                  <a:tcPr marL="91440" marR="91440" marT="45720" marB="45720" anchor="ctr">
                    <a:lnR w="6668">
                      <a:solidFill>
                        <a:srgbClr val="D7DDE4"/>
                      </a:solidFill>
                      <a:prstDash val="solid"/>
                    </a:lnR>
                    <a:lnB w="6668">
                      <a:solidFill>
                        <a:srgbClr val="D7DDE4"/>
                      </a:solidFill>
                      <a:prstDash val="solid"/>
                    </a:lnB>
                    <a:solidFill>
                      <a:srgbClr val="FFFFFF"/>
                    </a:solidFill>
                  </a:tcPr>
                </a:tc>
              </a:tr>
              <a:tr h="598170">
                <a:tc>
                  <a:txBody>
                    <a:bodyPr lIns="152400" tIns="76200" rIns="133350" bIns="76200"/>
                    <a:lstStyle/>
                    <a:p>
                      <a:r>
                        <a:rPr sz="1725" b="0">
                          <a:solidFill>
                            <a:srgbClr val="263348"/>
                          </a:solidFill>
                          <a:latin typeface="Apple SD Gothic Neo"/>
                          <a:ea typeface="Apple SD Gothic Neo"/>
                          <a:cs typeface="Apple SD Gothic Neo"/>
                        </a:rPr>
                        <a:t>SW05 / UP05 / GD05</a:t>
                      </a:r>
                    </a:p>
                  </a:txBody>
                  <a:tcPr marL="91440" marR="91440" marT="45720" marB="45720" anchor="ctr">
                    <a:lnL w="6668">
                      <a:solidFill>
                        <a:srgbClr val="D7DDE4"/>
                      </a:solidFill>
                      <a:prstDash val="solid"/>
                    </a:lnL>
                    <a:lnR w="6668">
                      <a:solidFill>
                        <a:srgbClr val="D7DDE4"/>
                      </a:solidFill>
                      <a:prstDash val="solid"/>
                    </a:lnR>
                    <a:lnB w="6668">
                      <a:solidFill>
                        <a:srgbClr val="D7DDE4"/>
                      </a:solidFill>
                      <a:prstDash val="solid"/>
                    </a:lnB>
                    <a:solidFill>
                      <a:srgbClr val="FFFFFF"/>
                    </a:solidFill>
                  </a:tcPr>
                </a:tc>
                <a:tc>
                  <a:txBody>
                    <a:bodyPr lIns="152400" tIns="76200" rIns="133350" bIns="76200"/>
                    <a:lstStyle/>
                    <a:p>
                      <a:r>
                        <a:rPr sz="1725" b="0">
                          <a:solidFill>
                            <a:srgbClr val="263348"/>
                          </a:solidFill>
                          <a:latin typeface="Apple SD Gothic Neo"/>
                          <a:ea typeface="Apple SD Gothic Neo"/>
                          <a:cs typeface="Apple SD Gothic Neo"/>
                        </a:rPr>
                        <a:t>세 기술 계승 후 해금 / 재사용 시간 충족 / 상위 패턴 연속 금지</a:t>
                      </a:r>
                    </a:p>
                  </a:txBody>
                  <a:tcPr marL="91440" marR="91440" marT="45720" marB="45720" anchor="ctr">
                    <a:lnR w="6668">
                      <a:solidFill>
                        <a:srgbClr val="D7DDE4"/>
                      </a:solidFill>
                      <a:prstDash val="solid"/>
                    </a:lnR>
                    <a:lnB w="6668">
                      <a:solidFill>
                        <a:srgbClr val="D7DDE4"/>
                      </a:solidFill>
                      <a:prstDash val="solid"/>
                    </a:lnB>
                    <a:solidFill>
                      <a:srgbClr val="FFFFFF"/>
                    </a:solidFill>
                  </a:tcPr>
                </a:tc>
              </a:tr>
            </a:tbl>
          </a:graphicData>
        </a:graphic>
      </p:graphicFrame>
      <p:sp>
        <p:nvSpPr>
          <p:cNvPr id="5" name="distance-units">
            <a:extLst xmlns:a="http://schemas.openxmlformats.org/drawingml/2006/main">
              <a:ext uri="{FF2B5EF4-FFF2-40B4-BE49-F238E27FC236}">
                <a16:creationId xmlns:a16="http://schemas.microsoft.com/office/drawing/2014/main" id="{7A7C1518-420C-4752-BBE9-37012BA864DA}"/>
              </a:ext>
            </a:extLst>
          </p:cNvPr>
          <p:cNvSpPr>
            <a:spLocks xmlns:a="http://schemas.openxmlformats.org/drawingml/2006/main" noGrp="1"/>
          </p:cNvSpPr>
          <p:nvPr/>
        </p:nvSpPr>
        <p:spPr>
          <a:xfrm xmlns:a="http://schemas.openxmlformats.org/drawingml/2006/main">
            <a:off x="609600" y="54483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0">
                <a:solidFill>
                  <a:srgbClr val="526075"/>
                </a:solidFill>
                <a:latin typeface="Apple SD Gothic Neo"/>
                <a:ea typeface="Apple SD Gothic Neo"/>
                <a:cs typeface="Apple SD Gothic Neo"/>
              </a:defRPr>
            </a:defPPr>
            <a:lvl1pPr algn="l">
              <a:defRPr sz="1500" b="0">
                <a:solidFill>
                  <a:srgbClr val="526075"/>
                </a:solidFill>
                <a:latin typeface="Apple SD Gothic Neo"/>
                <a:ea typeface="Apple SD Gothic Neo"/>
                <a:cs typeface="Apple SD Gothic Neo"/>
              </a:defRPr>
            </a:lvl1pPr>
            <a:lvl2pPr algn="l">
              <a:defRPr sz="1500" b="0">
                <a:solidFill>
                  <a:srgbClr val="526075"/>
                </a:solidFill>
                <a:latin typeface="Apple SD Gothic Neo"/>
                <a:ea typeface="Apple SD Gothic Neo"/>
                <a:cs typeface="Apple SD Gothic Neo"/>
              </a:defRPr>
            </a:lvl2pPr>
            <a:lvl3pPr algn="l">
              <a:defRPr sz="1500" b="0">
                <a:solidFill>
                  <a:srgbClr val="526075"/>
                </a:solidFill>
                <a:latin typeface="Apple SD Gothic Neo"/>
                <a:ea typeface="Apple SD Gothic Neo"/>
                <a:cs typeface="Apple SD Gothic Neo"/>
              </a:defRPr>
            </a:lvl3pPr>
            <a:lvl4pPr algn="l">
              <a:defRPr sz="1500" b="0">
                <a:solidFill>
                  <a:srgbClr val="526075"/>
                </a:solidFill>
                <a:latin typeface="Apple SD Gothic Neo"/>
                <a:ea typeface="Apple SD Gothic Neo"/>
                <a:cs typeface="Apple SD Gothic Neo"/>
              </a:defRPr>
            </a:lvl4pPr>
            <a:lvl5pPr algn="l">
              <a:defRPr sz="1500" b="0">
                <a:solidFill>
                  <a:srgbClr val="526075"/>
                </a:solidFill>
                <a:latin typeface="Apple SD Gothic Neo"/>
                <a:ea typeface="Apple SD Gothic Neo"/>
                <a:cs typeface="Apple SD Gothic Neo"/>
              </a:defRPr>
            </a:lvl5pPr>
            <a:lvl6pPr algn="l">
              <a:defRPr sz="1500" b="0">
                <a:solidFill>
                  <a:srgbClr val="526075"/>
                </a:solidFill>
                <a:latin typeface="Apple SD Gothic Neo"/>
                <a:ea typeface="Apple SD Gothic Neo"/>
                <a:cs typeface="Apple SD Gothic Neo"/>
              </a:defRPr>
            </a:lvl6pPr>
            <a:lvl7pPr algn="l">
              <a:defRPr sz="1500" b="0">
                <a:solidFill>
                  <a:srgbClr val="526075"/>
                </a:solidFill>
                <a:latin typeface="Apple SD Gothic Neo"/>
                <a:ea typeface="Apple SD Gothic Neo"/>
                <a:cs typeface="Apple SD Gothic Neo"/>
              </a:defRPr>
            </a:lvl7pPr>
            <a:lvl8pPr algn="l">
              <a:defRPr sz="1500" b="0">
                <a:solidFill>
                  <a:srgbClr val="526075"/>
                </a:solidFill>
                <a:latin typeface="Apple SD Gothic Neo"/>
                <a:ea typeface="Apple SD Gothic Neo"/>
                <a:cs typeface="Apple SD Gothic Neo"/>
              </a:defRPr>
            </a:lvl8pPr>
            <a:lvl9pPr algn="l">
              <a:defRPr sz="1500" b="0">
                <a:solidFill>
                  <a:srgbClr val="526075"/>
                </a:solidFill>
                <a:latin typeface="Apple SD Gothic Neo"/>
                <a:ea typeface="Apple SD Gothic Neo"/>
                <a:cs typeface="Apple SD Gothic Neo"/>
              </a:defRPr>
            </a:lvl9pPr>
          </a:lstStyle>
          <a:p xmlns:a="http://schemas.openxmlformats.org/drawingml/2006/main">
            <a:pPr algn="l">
              <a:defRPr sz="1500" b="0">
                <a:solidFill>
                  <a:srgbClr val="526075"/>
                </a:solidFill>
                <a:latin typeface="Apple SD Gothic Neo"/>
                <a:ea typeface="Apple SD Gothic Neo"/>
                <a:cs typeface="Apple SD Gothic Neo"/>
              </a:defRPr>
            </a:pPr>
            <a:r>
              <a:rPr sz="1500" b="0">
                <a:solidFill>
                  <a:srgbClr val="526075"/>
                </a:solidFill>
                <a:latin typeface="Apple SD Gothic Neo"/>
                <a:ea typeface="Apple SD Gothic Neo"/>
                <a:cs typeface="Apple SD Gothic Neo"/>
              </a:rPr>
              <a:t>거리 4 / 8 / 5는 Scale 적용 전 기준값이며, 검사 전에 월드 거리를 Scale로 나눈다</a:t>
            </a:r>
          </a:p>
        </p:txBody>
      </p:sp>
      <p:sp>
        <p:nvSpPr>
          <p:cNvPr id="6" name="fallback">
            <a:extLst xmlns:a="http://schemas.openxmlformats.org/drawingml/2006/main">
              <a:ext uri="{FF2B5EF4-FFF2-40B4-BE49-F238E27FC236}">
                <a16:creationId xmlns:a16="http://schemas.microsoft.com/office/drawing/2014/main" id="{9FE3AFC0-7168-4D02-A2ED-6BFD7E8E60FE}"/>
              </a:ext>
            </a:extLst>
          </p:cNvPr>
          <p:cNvSpPr>
            <a:spLocks xmlns:a="http://schemas.openxmlformats.org/drawingml/2006/main" noGrp="1"/>
          </p:cNvSpPr>
          <p:nvPr/>
        </p:nvSpPr>
        <p:spPr>
          <a:xfrm xmlns:a="http://schemas.openxmlformats.org/drawingml/2006/main">
            <a:off x="609600" y="59055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1">
                <a:solidFill>
                  <a:srgbClr val="263348"/>
                </a:solidFill>
                <a:latin typeface="Apple SD Gothic Neo"/>
                <a:ea typeface="Apple SD Gothic Neo"/>
                <a:cs typeface="Apple SD Gothic Neo"/>
              </a:defRPr>
            </a:defPPr>
            <a:lvl1pPr algn="l">
              <a:defRPr sz="1950" b="1">
                <a:solidFill>
                  <a:srgbClr val="263348"/>
                </a:solidFill>
                <a:latin typeface="Apple SD Gothic Neo"/>
                <a:ea typeface="Apple SD Gothic Neo"/>
                <a:cs typeface="Apple SD Gothic Neo"/>
              </a:defRPr>
            </a:lvl1pPr>
            <a:lvl2pPr algn="l">
              <a:defRPr sz="1950" b="1">
                <a:solidFill>
                  <a:srgbClr val="263348"/>
                </a:solidFill>
                <a:latin typeface="Apple SD Gothic Neo"/>
                <a:ea typeface="Apple SD Gothic Neo"/>
                <a:cs typeface="Apple SD Gothic Neo"/>
              </a:defRPr>
            </a:lvl2pPr>
            <a:lvl3pPr algn="l">
              <a:defRPr sz="1950" b="1">
                <a:solidFill>
                  <a:srgbClr val="263348"/>
                </a:solidFill>
                <a:latin typeface="Apple SD Gothic Neo"/>
                <a:ea typeface="Apple SD Gothic Neo"/>
                <a:cs typeface="Apple SD Gothic Neo"/>
              </a:defRPr>
            </a:lvl3pPr>
            <a:lvl4pPr algn="l">
              <a:defRPr sz="1950" b="1">
                <a:solidFill>
                  <a:srgbClr val="263348"/>
                </a:solidFill>
                <a:latin typeface="Apple SD Gothic Neo"/>
                <a:ea typeface="Apple SD Gothic Neo"/>
                <a:cs typeface="Apple SD Gothic Neo"/>
              </a:defRPr>
            </a:lvl4pPr>
            <a:lvl5pPr algn="l">
              <a:defRPr sz="1950" b="1">
                <a:solidFill>
                  <a:srgbClr val="263348"/>
                </a:solidFill>
                <a:latin typeface="Apple SD Gothic Neo"/>
                <a:ea typeface="Apple SD Gothic Neo"/>
                <a:cs typeface="Apple SD Gothic Neo"/>
              </a:defRPr>
            </a:lvl5pPr>
            <a:lvl6pPr algn="l">
              <a:defRPr sz="1950" b="1">
                <a:solidFill>
                  <a:srgbClr val="263348"/>
                </a:solidFill>
                <a:latin typeface="Apple SD Gothic Neo"/>
                <a:ea typeface="Apple SD Gothic Neo"/>
                <a:cs typeface="Apple SD Gothic Neo"/>
              </a:defRPr>
            </a:lvl6pPr>
            <a:lvl7pPr algn="l">
              <a:defRPr sz="1950" b="1">
                <a:solidFill>
                  <a:srgbClr val="263348"/>
                </a:solidFill>
                <a:latin typeface="Apple SD Gothic Neo"/>
                <a:ea typeface="Apple SD Gothic Neo"/>
                <a:cs typeface="Apple SD Gothic Neo"/>
              </a:defRPr>
            </a:lvl7pPr>
            <a:lvl8pPr algn="l">
              <a:defRPr sz="1950" b="1">
                <a:solidFill>
                  <a:srgbClr val="263348"/>
                </a:solidFill>
                <a:latin typeface="Apple SD Gothic Neo"/>
                <a:ea typeface="Apple SD Gothic Neo"/>
                <a:cs typeface="Apple SD Gothic Neo"/>
              </a:defRPr>
            </a:lvl8pPr>
            <a:lvl9pPr algn="l">
              <a:defRPr sz="1950" b="1">
                <a:solidFill>
                  <a:srgbClr val="263348"/>
                </a:solidFill>
                <a:latin typeface="Apple SD Gothic Neo"/>
                <a:ea typeface="Apple SD Gothic Neo"/>
                <a:cs typeface="Apple SD Gothic Neo"/>
              </a:defRPr>
            </a:lvl9pPr>
          </a:lstStyle>
          <a:p xmlns:a="http://schemas.openxmlformats.org/drawingml/2006/main">
            <a:pPr algn="l">
              <a:defRPr sz="1950" b="1">
                <a:solidFill>
                  <a:srgbClr val="263348"/>
                </a:solidFill>
                <a:latin typeface="Apple SD Gothic Neo"/>
                <a:ea typeface="Apple SD Gothic Neo"/>
                <a:cs typeface="Apple SD Gothic Neo"/>
              </a:defRPr>
            </a:pPr>
            <a:r>
              <a:rPr sz="1950" b="1">
                <a:solidFill>
                  <a:srgbClr val="263348"/>
                </a:solidFill>
                <a:latin typeface="Apple SD Gothic Neo"/>
                <a:ea typeface="Apple SD Gothic Neo"/>
                <a:cs typeface="Apple SD Gothic Neo"/>
              </a:rPr>
              <a:t>가능한 후보가 없으면 기본 근접 공격 GroundStrike를 사용한다</a:t>
            </a:r>
          </a:p>
        </p:txBody>
      </p:sp>
    </p:spTree>
    <p:extLst>
      <p:ext uri="{BB962C8B-B14F-4D97-AF65-F5344CB8AC3E}">
        <p14:creationId xmlns:p14="http://schemas.microsoft.com/office/powerpoint/2010/main" val="113941506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12F7913D-9AF8-40FD-8741-67C737128F4F}"/>
              </a:ext>
            </a:extLst>
          </p:cNvPr>
          <p:cNvSpPr>
            <a:spLocks xmlns:a="http://schemas.openxmlformats.org/drawingml/2006/main" noGrp="1"/>
          </p:cNvSpPr>
          <p:nvPr/>
        </p:nvSpPr>
        <p:spPr>
          <a:xfrm xmlns:a="http://schemas.openxmlformats.org/drawingml/2006/main">
            <a:off x="609600" y="3619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b="1">
                <a:solidFill>
                  <a:srgbClr val="18283D"/>
                </a:solidFill>
                <a:latin typeface="Apple SD Gothic Neo"/>
                <a:ea typeface="Apple SD Gothic Neo"/>
                <a:cs typeface="Apple SD Gothic Neo"/>
              </a:defRPr>
            </a:defPPr>
            <a:lvl1pPr algn="l">
              <a:defRPr sz="3000" b="1">
                <a:solidFill>
                  <a:srgbClr val="18283D"/>
                </a:solidFill>
                <a:latin typeface="Apple SD Gothic Neo"/>
                <a:ea typeface="Apple SD Gothic Neo"/>
                <a:cs typeface="Apple SD Gothic Neo"/>
              </a:defRPr>
            </a:lvl1pPr>
            <a:lvl2pPr algn="l">
              <a:defRPr sz="3000" b="1">
                <a:solidFill>
                  <a:srgbClr val="18283D"/>
                </a:solidFill>
                <a:latin typeface="Apple SD Gothic Neo"/>
                <a:ea typeface="Apple SD Gothic Neo"/>
                <a:cs typeface="Apple SD Gothic Neo"/>
              </a:defRPr>
            </a:lvl2pPr>
            <a:lvl3pPr algn="l">
              <a:defRPr sz="3000" b="1">
                <a:solidFill>
                  <a:srgbClr val="18283D"/>
                </a:solidFill>
                <a:latin typeface="Apple SD Gothic Neo"/>
                <a:ea typeface="Apple SD Gothic Neo"/>
                <a:cs typeface="Apple SD Gothic Neo"/>
              </a:defRPr>
            </a:lvl3pPr>
            <a:lvl4pPr algn="l">
              <a:defRPr sz="3000" b="1">
                <a:solidFill>
                  <a:srgbClr val="18283D"/>
                </a:solidFill>
                <a:latin typeface="Apple SD Gothic Neo"/>
                <a:ea typeface="Apple SD Gothic Neo"/>
                <a:cs typeface="Apple SD Gothic Neo"/>
              </a:defRPr>
            </a:lvl4pPr>
            <a:lvl5pPr algn="l">
              <a:defRPr sz="3000" b="1">
                <a:solidFill>
                  <a:srgbClr val="18283D"/>
                </a:solidFill>
                <a:latin typeface="Apple SD Gothic Neo"/>
                <a:ea typeface="Apple SD Gothic Neo"/>
                <a:cs typeface="Apple SD Gothic Neo"/>
              </a:defRPr>
            </a:lvl5pPr>
            <a:lvl6pPr algn="l">
              <a:defRPr sz="3000" b="1">
                <a:solidFill>
                  <a:srgbClr val="18283D"/>
                </a:solidFill>
                <a:latin typeface="Apple SD Gothic Neo"/>
                <a:ea typeface="Apple SD Gothic Neo"/>
                <a:cs typeface="Apple SD Gothic Neo"/>
              </a:defRPr>
            </a:lvl6pPr>
            <a:lvl7pPr algn="l">
              <a:defRPr sz="3000" b="1">
                <a:solidFill>
                  <a:srgbClr val="18283D"/>
                </a:solidFill>
                <a:latin typeface="Apple SD Gothic Neo"/>
                <a:ea typeface="Apple SD Gothic Neo"/>
                <a:cs typeface="Apple SD Gothic Neo"/>
              </a:defRPr>
            </a:lvl7pPr>
            <a:lvl8pPr algn="l">
              <a:defRPr sz="3000" b="1">
                <a:solidFill>
                  <a:srgbClr val="18283D"/>
                </a:solidFill>
                <a:latin typeface="Apple SD Gothic Neo"/>
                <a:ea typeface="Apple SD Gothic Neo"/>
                <a:cs typeface="Apple SD Gothic Neo"/>
              </a:defRPr>
            </a:lvl8pPr>
            <a:lvl9pPr algn="l">
              <a:defRPr sz="3000" b="1">
                <a:solidFill>
                  <a:srgbClr val="18283D"/>
                </a:solidFill>
                <a:latin typeface="Apple SD Gothic Neo"/>
                <a:ea typeface="Apple SD Gothic Neo"/>
                <a:cs typeface="Apple SD Gothic Neo"/>
              </a:defRPr>
            </a:lvl9pPr>
          </a:lstStyle>
          <a:p xmlns:a="http://schemas.openxmlformats.org/drawingml/2006/main">
            <a:pPr algn="l">
              <a:defRPr sz="3000" b="1">
                <a:solidFill>
                  <a:srgbClr val="18283D"/>
                </a:solidFill>
                <a:latin typeface="Apple SD Gothic Neo"/>
                <a:ea typeface="Apple SD Gothic Neo"/>
                <a:cs typeface="Apple SD Gothic Neo"/>
              </a:defRPr>
            </a:pPr>
            <a:r>
              <a:rPr sz="3000" b="1">
                <a:solidFill>
                  <a:srgbClr val="18283D"/>
                </a:solidFill>
                <a:latin typeface="Apple SD Gothic Neo"/>
                <a:ea typeface="Apple SD Gothic Neo"/>
                <a:cs typeface="Apple SD Gothic Neo"/>
              </a:rPr>
              <a:t>대표 패턴의 움직임과 대응</a:t>
            </a:r>
          </a:p>
        </p:txBody>
      </p:sp>
      <p:sp>
        <p:nvSpPr>
          <p:cNvPr id="2" name="subtitle">
            <a:extLst xmlns:a="http://schemas.openxmlformats.org/drawingml/2006/main">
              <a:ext uri="{FF2B5EF4-FFF2-40B4-BE49-F238E27FC236}">
                <a16:creationId xmlns:a16="http://schemas.microsoft.com/office/drawing/2014/main" id="{E96C794B-E1A7-49B9-9535-C4070FFCD4DC}"/>
              </a:ext>
            </a:extLst>
          </p:cNvPr>
          <p:cNvSpPr>
            <a:spLocks xmlns:a="http://schemas.openxmlformats.org/drawingml/2006/main" noGrp="1"/>
          </p:cNvSpPr>
          <p:nvPr/>
        </p:nvSpPr>
        <p:spPr>
          <a:xfrm xmlns:a="http://schemas.openxmlformats.org/drawingml/2006/main">
            <a:off x="609600" y="10287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526075"/>
                </a:solidFill>
                <a:latin typeface="Apple SD Gothic Neo"/>
                <a:ea typeface="Apple SD Gothic Neo"/>
                <a:cs typeface="Apple SD Gothic Neo"/>
              </a:defRPr>
            </a:defPPr>
            <a:lvl1pPr algn="l">
              <a:defRPr sz="1725" b="0">
                <a:solidFill>
                  <a:srgbClr val="526075"/>
                </a:solidFill>
                <a:latin typeface="Apple SD Gothic Neo"/>
                <a:ea typeface="Apple SD Gothic Neo"/>
                <a:cs typeface="Apple SD Gothic Neo"/>
              </a:defRPr>
            </a:lvl1pPr>
            <a:lvl2pPr algn="l">
              <a:defRPr sz="1725" b="0">
                <a:solidFill>
                  <a:srgbClr val="526075"/>
                </a:solidFill>
                <a:latin typeface="Apple SD Gothic Neo"/>
                <a:ea typeface="Apple SD Gothic Neo"/>
                <a:cs typeface="Apple SD Gothic Neo"/>
              </a:defRPr>
            </a:lvl2pPr>
            <a:lvl3pPr algn="l">
              <a:defRPr sz="1725" b="0">
                <a:solidFill>
                  <a:srgbClr val="526075"/>
                </a:solidFill>
                <a:latin typeface="Apple SD Gothic Neo"/>
                <a:ea typeface="Apple SD Gothic Neo"/>
                <a:cs typeface="Apple SD Gothic Neo"/>
              </a:defRPr>
            </a:lvl3pPr>
            <a:lvl4pPr algn="l">
              <a:defRPr sz="1725" b="0">
                <a:solidFill>
                  <a:srgbClr val="526075"/>
                </a:solidFill>
                <a:latin typeface="Apple SD Gothic Neo"/>
                <a:ea typeface="Apple SD Gothic Neo"/>
                <a:cs typeface="Apple SD Gothic Neo"/>
              </a:defRPr>
            </a:lvl4pPr>
            <a:lvl5pPr algn="l">
              <a:defRPr sz="1725" b="0">
                <a:solidFill>
                  <a:srgbClr val="526075"/>
                </a:solidFill>
                <a:latin typeface="Apple SD Gothic Neo"/>
                <a:ea typeface="Apple SD Gothic Neo"/>
                <a:cs typeface="Apple SD Gothic Neo"/>
              </a:defRPr>
            </a:lvl5pPr>
            <a:lvl6pPr algn="l">
              <a:defRPr sz="1725" b="0">
                <a:solidFill>
                  <a:srgbClr val="526075"/>
                </a:solidFill>
                <a:latin typeface="Apple SD Gothic Neo"/>
                <a:ea typeface="Apple SD Gothic Neo"/>
                <a:cs typeface="Apple SD Gothic Neo"/>
              </a:defRPr>
            </a:lvl6pPr>
            <a:lvl7pPr algn="l">
              <a:defRPr sz="1725" b="0">
                <a:solidFill>
                  <a:srgbClr val="526075"/>
                </a:solidFill>
                <a:latin typeface="Apple SD Gothic Neo"/>
                <a:ea typeface="Apple SD Gothic Neo"/>
                <a:cs typeface="Apple SD Gothic Neo"/>
              </a:defRPr>
            </a:lvl7pPr>
            <a:lvl8pPr algn="l">
              <a:defRPr sz="1725" b="0">
                <a:solidFill>
                  <a:srgbClr val="526075"/>
                </a:solidFill>
                <a:latin typeface="Apple SD Gothic Neo"/>
                <a:ea typeface="Apple SD Gothic Neo"/>
                <a:cs typeface="Apple SD Gothic Neo"/>
              </a:defRPr>
            </a:lvl8pPr>
            <a:lvl9pPr algn="l">
              <a:defRPr sz="1725" b="0">
                <a:solidFill>
                  <a:srgbClr val="526075"/>
                </a:solidFill>
                <a:latin typeface="Apple SD Gothic Neo"/>
                <a:ea typeface="Apple SD Gothic Neo"/>
                <a:cs typeface="Apple SD Gothic Neo"/>
              </a:defRPr>
            </a:lvl9pPr>
          </a:lstStyle>
          <a:p xmlns:a="http://schemas.openxmlformats.org/drawingml/2006/main">
            <a:pPr algn="l">
              <a:defRPr sz="1725" b="0">
                <a:solidFill>
                  <a:srgbClr val="526075"/>
                </a:solidFill>
                <a:latin typeface="Apple SD Gothic Neo"/>
                <a:ea typeface="Apple SD Gothic Neo"/>
                <a:cs typeface="Apple SD Gothic Neo"/>
              </a:defRPr>
            </a:pPr>
            <a:r>
              <a:rPr sz="1725" b="0">
                <a:solidFill>
                  <a:srgbClr val="526075"/>
                </a:solidFill>
                <a:latin typeface="Apple SD Gothic Neo"/>
                <a:ea typeface="Apple SD Gothic Neo"/>
                <a:cs typeface="Apple SD Gothic Neo"/>
              </a:rPr>
              <a:t>각 패턴은 목표를 정한 뒤 전조를 제공하고, 공격이 끝나면 회복한다</a:t>
            </a:r>
          </a:p>
        </p:txBody>
      </p:sp>
      <p:sp>
        <p:nvSpPr>
          <p:cNvPr id="3" name="source">
            <a:extLst xmlns:a="http://schemas.openxmlformats.org/drawingml/2006/main">
              <a:ext uri="{FF2B5EF4-FFF2-40B4-BE49-F238E27FC236}">
                <a16:creationId xmlns:a16="http://schemas.microsoft.com/office/drawing/2014/main" id="{0B6A107E-B6A6-46FE-898D-DCD0D5B3119D}"/>
              </a:ext>
            </a:extLst>
          </p:cNvPr>
          <p:cNvSpPr>
            <a:spLocks xmlns:a="http://schemas.openxmlformats.org/drawingml/2006/main" noGrp="1"/>
          </p:cNvSpPr>
          <p:nvPr/>
        </p:nvSpPr>
        <p:spPr>
          <a:xfrm xmlns:a="http://schemas.openxmlformats.org/drawingml/2006/main">
            <a:off x="609600" y="643890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0">
                <a:solidFill>
                  <a:srgbClr val="768194"/>
                </a:solidFill>
                <a:latin typeface="Apple SD Gothic Neo"/>
                <a:ea typeface="Apple SD Gothic Neo"/>
                <a:cs typeface="Apple SD Gothic Neo"/>
              </a:defRPr>
            </a:defPPr>
            <a:lvl1pPr algn="l">
              <a:defRPr sz="1200" b="0">
                <a:solidFill>
                  <a:srgbClr val="768194"/>
                </a:solidFill>
                <a:latin typeface="Apple SD Gothic Neo"/>
                <a:ea typeface="Apple SD Gothic Neo"/>
                <a:cs typeface="Apple SD Gothic Neo"/>
              </a:defRPr>
            </a:lvl1pPr>
            <a:lvl2pPr algn="l">
              <a:defRPr sz="1200" b="0">
                <a:solidFill>
                  <a:srgbClr val="768194"/>
                </a:solidFill>
                <a:latin typeface="Apple SD Gothic Neo"/>
                <a:ea typeface="Apple SD Gothic Neo"/>
                <a:cs typeface="Apple SD Gothic Neo"/>
              </a:defRPr>
            </a:lvl2pPr>
            <a:lvl3pPr algn="l">
              <a:defRPr sz="1200" b="0">
                <a:solidFill>
                  <a:srgbClr val="768194"/>
                </a:solidFill>
                <a:latin typeface="Apple SD Gothic Neo"/>
                <a:ea typeface="Apple SD Gothic Neo"/>
                <a:cs typeface="Apple SD Gothic Neo"/>
              </a:defRPr>
            </a:lvl3pPr>
            <a:lvl4pPr algn="l">
              <a:defRPr sz="1200" b="0">
                <a:solidFill>
                  <a:srgbClr val="768194"/>
                </a:solidFill>
                <a:latin typeface="Apple SD Gothic Neo"/>
                <a:ea typeface="Apple SD Gothic Neo"/>
                <a:cs typeface="Apple SD Gothic Neo"/>
              </a:defRPr>
            </a:lvl4pPr>
            <a:lvl5pPr algn="l">
              <a:defRPr sz="1200" b="0">
                <a:solidFill>
                  <a:srgbClr val="768194"/>
                </a:solidFill>
                <a:latin typeface="Apple SD Gothic Neo"/>
                <a:ea typeface="Apple SD Gothic Neo"/>
                <a:cs typeface="Apple SD Gothic Neo"/>
              </a:defRPr>
            </a:lvl5pPr>
            <a:lvl6pPr algn="l">
              <a:defRPr sz="1200" b="0">
                <a:solidFill>
                  <a:srgbClr val="768194"/>
                </a:solidFill>
                <a:latin typeface="Apple SD Gothic Neo"/>
                <a:ea typeface="Apple SD Gothic Neo"/>
                <a:cs typeface="Apple SD Gothic Neo"/>
              </a:defRPr>
            </a:lvl6pPr>
            <a:lvl7pPr algn="l">
              <a:defRPr sz="1200" b="0">
                <a:solidFill>
                  <a:srgbClr val="768194"/>
                </a:solidFill>
                <a:latin typeface="Apple SD Gothic Neo"/>
                <a:ea typeface="Apple SD Gothic Neo"/>
                <a:cs typeface="Apple SD Gothic Neo"/>
              </a:defRPr>
            </a:lvl7pPr>
            <a:lvl8pPr algn="l">
              <a:defRPr sz="1200" b="0">
                <a:solidFill>
                  <a:srgbClr val="768194"/>
                </a:solidFill>
                <a:latin typeface="Apple SD Gothic Neo"/>
                <a:ea typeface="Apple SD Gothic Neo"/>
                <a:cs typeface="Apple SD Gothic Neo"/>
              </a:defRPr>
            </a:lvl8pPr>
            <a:lvl9pPr algn="l">
              <a:defRPr sz="1200" b="0">
                <a:solidFill>
                  <a:srgbClr val="768194"/>
                </a:solidFill>
                <a:latin typeface="Apple SD Gothic Neo"/>
                <a:ea typeface="Apple SD Gothic Neo"/>
                <a:cs typeface="Apple SD Gothic Neo"/>
              </a:defRPr>
            </a:lvl9pPr>
          </a:lstStyle>
          <a:p xmlns:a="http://schemas.openxmlformats.org/drawingml/2006/main">
            <a:pPr algn="l">
              <a:defRPr sz="1200" b="0">
                <a:solidFill>
                  <a:srgbClr val="768194"/>
                </a:solidFill>
                <a:latin typeface="Apple SD Gothic Neo"/>
                <a:ea typeface="Apple SD Gothic Neo"/>
                <a:cs typeface="Apple SD Gothic Neo"/>
              </a:defRPr>
            </a:pPr>
            <a:r>
              <a:rPr sz="1200" b="0">
                <a:solidFill>
                  <a:srgbClr val="768194"/>
                </a:solidFill>
                <a:latin typeface="Apple SD Gothic Neo"/>
                <a:ea typeface="Apple SD Gothic Neo"/>
                <a:cs typeface="Apple SD Gothic Neo"/>
              </a:rPr>
              <a:t>Patterns/KarmaEnemy.SwordWave.cs / RisingSlash.cs / Guard.cs</a:t>
            </a:r>
          </a:p>
        </p:txBody>
      </p:sp>
      <p:graphicFrame>
        <p:nvGraphicFramePr>
          <p:cNvPr id="4" name="">
            <a:extLst xmlns:a="http://schemas.openxmlformats.org/drawingml/2006/main">
              <a:ext uri="{FF2B5EF4-FFF2-40B4-BE49-F238E27FC236}">
                <a16:creationId xmlns:a16="http://schemas.microsoft.com/office/drawing/2014/main" id="{101F3C7E-4344-4208-9A16-C30DC056E203}"/>
              </a:ext>
            </a:extLst>
          </p:cNvPr>
          <p:cNvGraphicFramePr/>
          <p:nvPr/>
        </p:nvGraphicFramePr>
        <p:xfrm>
          <a:off xmlns:a="http://schemas.openxmlformats.org/drawingml/2006/main" x="609600" y="1781175"/>
          <a:ext xmlns:a="http://schemas.openxmlformats.org/drawingml/2006/main" cx="10972800" cy="3190875"/>
        </p:xfrm>
        <a:graphic xmlns:a="http://schemas.openxmlformats.org/drawingml/2006/main">
          <a:graphicData uri="http://schemas.openxmlformats.org/drawingml/2006/table">
            <a:tbl>
              <a:tblPr/>
              <a:tblGrid>
                <a:gridCol w="2524125"/>
                <a:gridCol w="4591050"/>
                <a:gridCol w="3857625"/>
              </a:tblGrid>
              <a:tr h="552450">
                <a:tc>
                  <a:txBody>
                    <a:bodyPr lIns="152400" tIns="76200" rIns="133350" bIns="76200"/>
                    <a:lstStyle/>
                    <a:p>
                      <a:r>
                        <a:rPr sz="1800" b="1">
                          <a:solidFill>
                            <a:srgbClr val="263348"/>
                          </a:solidFill>
                          <a:latin typeface="Apple SD Gothic Neo"/>
                          <a:ea typeface="Apple SD Gothic Neo"/>
                          <a:cs typeface="Apple SD Gothic Neo"/>
                        </a:rPr>
                        <a:t>대표 패턴</a:t>
                      </a:r>
                    </a:p>
                  </a:txBody>
                  <a:tcPr marL="91440" marR="91440" marT="45720" marB="45720" anchor="ctr">
                    <a:lnL w="6668">
                      <a:solidFill>
                        <a:srgbClr val="D7DDE4"/>
                      </a:solidFill>
                      <a:prstDash val="solid"/>
                    </a:lnL>
                    <a:lnR w="6668">
                      <a:solidFill>
                        <a:srgbClr val="D7DDE4"/>
                      </a:solidFill>
                      <a:prstDash val="solid"/>
                    </a:lnR>
                    <a:lnT w="6668">
                      <a:solidFill>
                        <a:srgbClr val="D7DDE4"/>
                      </a:solidFill>
                      <a:prstDash val="solid"/>
                    </a:lnT>
                    <a:lnB w="6668">
                      <a:solidFill>
                        <a:srgbClr val="D7DDE4"/>
                      </a:solidFill>
                      <a:prstDash val="solid"/>
                    </a:lnB>
                    <a:solidFill>
                      <a:srgbClr val="EEF1F5"/>
                    </a:solidFill>
                  </a:tcPr>
                </a:tc>
                <a:tc>
                  <a:txBody>
                    <a:bodyPr lIns="152400" tIns="76200" rIns="133350" bIns="76200"/>
                    <a:lstStyle/>
                    <a:p>
                      <a:r>
                        <a:rPr sz="1800" b="1">
                          <a:solidFill>
                            <a:srgbClr val="263348"/>
                          </a:solidFill>
                          <a:latin typeface="Apple SD Gothic Neo"/>
                          <a:ea typeface="Apple SD Gothic Neo"/>
                          <a:cs typeface="Apple SD Gothic Neo"/>
                        </a:rPr>
                        <a:t>실행 흐름</a:t>
                      </a:r>
                    </a:p>
                  </a:txBody>
                  <a:tcPr marL="91440" marR="91440" marT="45720" marB="45720" anchor="ctr">
                    <a:lnR w="6668">
                      <a:solidFill>
                        <a:srgbClr val="D7DDE4"/>
                      </a:solidFill>
                      <a:prstDash val="solid"/>
                    </a:lnR>
                    <a:lnT w="6668">
                      <a:solidFill>
                        <a:srgbClr val="D7DDE4"/>
                      </a:solidFill>
                      <a:prstDash val="solid"/>
                    </a:lnT>
                    <a:lnB w="6668">
                      <a:solidFill>
                        <a:srgbClr val="D7DDE4"/>
                      </a:solidFill>
                      <a:prstDash val="solid"/>
                    </a:lnB>
                    <a:solidFill>
                      <a:srgbClr val="EEF1F5"/>
                    </a:solidFill>
                  </a:tcPr>
                </a:tc>
                <a:tc>
                  <a:txBody>
                    <a:bodyPr lIns="152400" tIns="76200" rIns="133350" bIns="76200"/>
                    <a:lstStyle/>
                    <a:p>
                      <a:r>
                        <a:rPr sz="1800" b="1">
                          <a:solidFill>
                            <a:srgbClr val="263348"/>
                          </a:solidFill>
                          <a:latin typeface="Apple SD Gothic Neo"/>
                          <a:ea typeface="Apple SD Gothic Neo"/>
                          <a:cs typeface="Apple SD Gothic Neo"/>
                        </a:rPr>
                        <a:t>플레이어 대응</a:t>
                      </a:r>
                    </a:p>
                  </a:txBody>
                  <a:tcPr marL="91440" marR="91440" marT="45720" marB="45720" anchor="ctr">
                    <a:lnR w="6668">
                      <a:solidFill>
                        <a:srgbClr val="D7DDE4"/>
                      </a:solidFill>
                      <a:prstDash val="solid"/>
                    </a:lnR>
                    <a:lnT w="6668">
                      <a:solidFill>
                        <a:srgbClr val="D7DDE4"/>
                      </a:solidFill>
                      <a:prstDash val="solid"/>
                    </a:lnT>
                    <a:lnB w="6668">
                      <a:solidFill>
                        <a:srgbClr val="D7DDE4"/>
                      </a:solidFill>
                      <a:prstDash val="solid"/>
                    </a:lnB>
                    <a:solidFill>
                      <a:srgbClr val="EEF1F5"/>
                    </a:solidFill>
                  </a:tcPr>
                </a:tc>
              </a:tr>
              <a:tr h="879475">
                <a:tc>
                  <a:txBody>
                    <a:bodyPr lIns="152400" tIns="76200" rIns="133350" bIns="76200"/>
                    <a:lstStyle/>
                    <a:p>
                      <a:r>
                        <a:rPr sz="1800" b="0">
                          <a:solidFill>
                            <a:srgbClr val="263348"/>
                          </a:solidFill>
                          <a:latin typeface="Apple SD Gothic Neo"/>
                          <a:ea typeface="Apple SD Gothic Neo"/>
                          <a:cs typeface="Apple SD Gothic Neo"/>
                        </a:rPr>
                        <a:t>SW02 연속 조준</a:t>
                      </a:r>
                    </a:p>
                  </a:txBody>
                  <a:tcPr marL="91440" marR="91440" marT="45720" marB="45720" anchor="ctr">
                    <a:lnL w="6668">
                      <a:solidFill>
                        <a:srgbClr val="D7DDE4"/>
                      </a:solidFill>
                      <a:prstDash val="solid"/>
                    </a:lnL>
                    <a:lnR w="6668">
                      <a:solidFill>
                        <a:srgbClr val="D7DDE4"/>
                      </a:solidFill>
                      <a:prstDash val="solid"/>
                    </a:lnR>
                    <a:lnB w="6668">
                      <a:solidFill>
                        <a:srgbClr val="D7DDE4"/>
                      </a:solidFill>
                      <a:prstDash val="solid"/>
                    </a:lnB>
                    <a:solidFill>
                      <a:srgbClr val="FFFFFF"/>
                    </a:solidFill>
                  </a:tcPr>
                </a:tc>
                <a:tc>
                  <a:txBody>
                    <a:bodyPr lIns="152400" tIns="76200" rIns="133350" bIns="76200"/>
                    <a:lstStyle/>
                    <a:p>
                      <a:r>
                        <a:rPr sz="1800" b="0">
                          <a:solidFill>
                            <a:srgbClr val="263348"/>
                          </a:solidFill>
                          <a:latin typeface="Apple SD Gothic Neo"/>
                          <a:ea typeface="Apple SD Gothic Neo"/>
                          <a:cs typeface="Apple SD Gothic Neo"/>
                        </a:rPr>
                        <a:t>잠시 추적 후 방향 고정</a:t>
                      </a:r>
                    </a:p>
                    <a:p>
                      <a:r>
                        <a:rPr sz="1800" b="0">
                          <a:solidFill>
                            <a:srgbClr val="263348"/>
                          </a:solidFill>
                          <a:latin typeface="Apple SD Gothic Neo"/>
                          <a:ea typeface="Apple SD Gothic Neo"/>
                          <a:cs typeface="Apple SD Gothic Neo"/>
                        </a:rPr>
                        <a:t>일반 2발 / 강화 3발 발사</a:t>
                      </a:r>
                    </a:p>
                  </a:txBody>
                  <a:tcPr marL="91440" marR="91440" marT="45720" marB="45720" anchor="ctr">
                    <a:lnR w="6668">
                      <a:solidFill>
                        <a:srgbClr val="D7DDE4"/>
                      </a:solidFill>
                      <a:prstDash val="solid"/>
                    </a:lnR>
                    <a:lnB w="6668">
                      <a:solidFill>
                        <a:srgbClr val="D7DDE4"/>
                      </a:solidFill>
                      <a:prstDash val="solid"/>
                    </a:lnB>
                    <a:solidFill>
                      <a:srgbClr val="FFFFFF"/>
                    </a:solidFill>
                  </a:tcPr>
                </a:tc>
                <a:tc>
                  <a:txBody>
                    <a:bodyPr lIns="152400" tIns="76200" rIns="133350" bIns="76200"/>
                    <a:lstStyle/>
                    <a:p>
                      <a:r>
                        <a:rPr sz="1800" b="0">
                          <a:solidFill>
                            <a:srgbClr val="263348"/>
                          </a:solidFill>
                          <a:latin typeface="Apple SD Gothic Neo"/>
                          <a:ea typeface="Apple SD Gothic Neo"/>
                          <a:cs typeface="Apple SD Gothic Neo"/>
                        </a:rPr>
                        <a:t>각 발의 고정된 사선에서 이탈</a:t>
                      </a:r>
                    </a:p>
                  </a:txBody>
                  <a:tcPr marL="91440" marR="91440" marT="45720" marB="45720" anchor="ctr">
                    <a:lnR w="6668">
                      <a:solidFill>
                        <a:srgbClr val="D7DDE4"/>
                      </a:solidFill>
                      <a:prstDash val="solid"/>
                    </a:lnR>
                    <a:lnB w="6668">
                      <a:solidFill>
                        <a:srgbClr val="D7DDE4"/>
                      </a:solidFill>
                      <a:prstDash val="solid"/>
                    </a:lnB>
                    <a:solidFill>
                      <a:srgbClr val="FFFFFF"/>
                    </a:solidFill>
                  </a:tcPr>
                </a:tc>
              </a:tr>
              <a:tr h="879475">
                <a:tc>
                  <a:txBody>
                    <a:bodyPr lIns="152400" tIns="76200" rIns="133350" bIns="76200"/>
                    <a:lstStyle/>
                    <a:p>
                      <a:r>
                        <a:rPr sz="1800" b="0">
                          <a:solidFill>
                            <a:srgbClr val="263348"/>
                          </a:solidFill>
                          <a:latin typeface="Apple SD Gothic Neo"/>
                          <a:ea typeface="Apple SD Gothic Neo"/>
                          <a:cs typeface="Apple SD Gothic Neo"/>
                        </a:rPr>
                        <a:t>UP01 상승 내려찍기</a:t>
                      </a:r>
                    </a:p>
                  </a:txBody>
                  <a:tcPr marL="91440" marR="91440" marT="45720" marB="45720" anchor="ctr">
                    <a:lnL w="6668">
                      <a:solidFill>
                        <a:srgbClr val="D7DDE4"/>
                      </a:solidFill>
                      <a:prstDash val="solid"/>
                    </a:lnL>
                    <a:lnR w="6668">
                      <a:solidFill>
                        <a:srgbClr val="D7DDE4"/>
                      </a:solidFill>
                      <a:prstDash val="solid"/>
                    </a:lnR>
                    <a:lnB w="6668">
                      <a:solidFill>
                        <a:srgbClr val="D7DDE4"/>
                      </a:solidFill>
                      <a:prstDash val="solid"/>
                    </a:lnB>
                    <a:solidFill>
                      <a:srgbClr val="FFFFFF"/>
                    </a:solidFill>
                  </a:tcPr>
                </a:tc>
                <a:tc>
                  <a:txBody>
                    <a:bodyPr lIns="152400" tIns="76200" rIns="133350" bIns="76200"/>
                    <a:lstStyle/>
                    <a:p>
                      <a:r>
                        <a:rPr sz="1800" b="0">
                          <a:solidFill>
                            <a:srgbClr val="263348"/>
                          </a:solidFill>
                          <a:latin typeface="Apple SD Gothic Neo"/>
                          <a:ea typeface="Apple SD Gothic Neo"/>
                          <a:cs typeface="Apple SD Gothic Neo"/>
                        </a:rPr>
                        <a:t>도약 후 착지점 고정</a:t>
                      </a:r>
                    </a:p>
                    <a:p>
                      <a:r>
                        <a:rPr sz="1800" b="0">
                          <a:solidFill>
                            <a:srgbClr val="263348"/>
                          </a:solidFill>
                          <a:latin typeface="Apple SD Gothic Neo"/>
                          <a:ea typeface="Apple SD Gothic Neo"/>
                          <a:cs typeface="Apple SD Gothic Neo"/>
                        </a:rPr>
                        <a:t>낙하 후 좌우 충격파</a:t>
                      </a:r>
                    </a:p>
                  </a:txBody>
                  <a:tcPr marL="91440" marR="91440" marT="45720" marB="45720" anchor="ctr">
                    <a:lnR w="6668">
                      <a:solidFill>
                        <a:srgbClr val="D7DDE4"/>
                      </a:solidFill>
                      <a:prstDash val="solid"/>
                    </a:lnR>
                    <a:lnB w="6668">
                      <a:solidFill>
                        <a:srgbClr val="D7DDE4"/>
                      </a:solidFill>
                      <a:prstDash val="solid"/>
                    </a:lnB>
                    <a:solidFill>
                      <a:srgbClr val="FFFFFF"/>
                    </a:solidFill>
                  </a:tcPr>
                </a:tc>
                <a:tc>
                  <a:txBody>
                    <a:bodyPr lIns="152400" tIns="76200" rIns="133350" bIns="76200"/>
                    <a:lstStyle/>
                    <a:p>
                      <a:r>
                        <a:rPr sz="1800" b="0">
                          <a:solidFill>
                            <a:srgbClr val="263348"/>
                          </a:solidFill>
                          <a:latin typeface="Apple SD Gothic Neo"/>
                          <a:ea typeface="Apple SD Gothic Neo"/>
                          <a:cs typeface="Apple SD Gothic Neo"/>
                        </a:rPr>
                        <a:t>착지점에서 벗어난 뒤</a:t>
                      </a:r>
                    </a:p>
                    <a:p>
                      <a:r>
                        <a:rPr sz="1800" b="0">
                          <a:solidFill>
                            <a:srgbClr val="263348"/>
                          </a:solidFill>
                          <a:latin typeface="Apple SD Gothic Neo"/>
                          <a:ea typeface="Apple SD Gothic Neo"/>
                          <a:cs typeface="Apple SD Gothic Neo"/>
                        </a:rPr>
                        <a:t>낮은 충격파를 점프로 회피</a:t>
                      </a:r>
                    </a:p>
                  </a:txBody>
                  <a:tcPr marL="91440" marR="91440" marT="45720" marB="45720" anchor="ctr">
                    <a:lnR w="6668">
                      <a:solidFill>
                        <a:srgbClr val="D7DDE4"/>
                      </a:solidFill>
                      <a:prstDash val="solid"/>
                    </a:lnR>
                    <a:lnB w="6668">
                      <a:solidFill>
                        <a:srgbClr val="D7DDE4"/>
                      </a:solidFill>
                      <a:prstDash val="solid"/>
                    </a:lnB>
                    <a:solidFill>
                      <a:srgbClr val="FFFFFF"/>
                    </a:solidFill>
                  </a:tcPr>
                </a:tc>
              </a:tr>
              <a:tr h="879475">
                <a:tc>
                  <a:txBody>
                    <a:bodyPr lIns="152400" tIns="76200" rIns="133350" bIns="76200"/>
                    <a:lstStyle/>
                    <a:p>
                      <a:r>
                        <a:rPr sz="1800" b="0">
                          <a:solidFill>
                            <a:srgbClr val="263348"/>
                          </a:solidFill>
                          <a:latin typeface="Apple SD Gothic Neo"/>
                          <a:ea typeface="Apple SD Gothic Neo"/>
                          <a:cs typeface="Apple SD Gothic Neo"/>
                        </a:rPr>
                        <a:t>GD02 강공격</a:t>
                      </a:r>
                    </a:p>
                  </a:txBody>
                  <a:tcPr marL="91440" marR="91440" marT="45720" marB="45720" anchor="ctr">
                    <a:lnL w="6668">
                      <a:solidFill>
                        <a:srgbClr val="D7DDE4"/>
                      </a:solidFill>
                      <a:prstDash val="solid"/>
                    </a:lnL>
                    <a:lnR w="6668">
                      <a:solidFill>
                        <a:srgbClr val="D7DDE4"/>
                      </a:solidFill>
                      <a:prstDash val="solid"/>
                    </a:lnR>
                    <a:lnB w="6668">
                      <a:solidFill>
                        <a:srgbClr val="D7DDE4"/>
                      </a:solidFill>
                      <a:prstDash val="solid"/>
                    </a:lnB>
                    <a:solidFill>
                      <a:srgbClr val="FFFFFF"/>
                    </a:solidFill>
                  </a:tcPr>
                </a:tc>
                <a:tc>
                  <a:txBody>
                    <a:bodyPr lIns="152400" tIns="76200" rIns="133350" bIns="76200"/>
                    <a:lstStyle/>
                    <a:p>
                      <a:r>
                        <a:rPr sz="1800" b="0">
                          <a:solidFill>
                            <a:srgbClr val="263348"/>
                          </a:solidFill>
                          <a:latin typeface="Apple SD Gothic Neo"/>
                          <a:ea typeface="Apple SD Gothic Neo"/>
                          <a:cs typeface="Apple SD Gothic Neo"/>
                        </a:rPr>
                        <a:t>전방 범위 고정 후 공격</a:t>
                      </a:r>
                    </a:p>
                    <a:p>
                      <a:r>
                        <a:rPr sz="1800" b="0">
                          <a:solidFill>
                            <a:srgbClr val="263348"/>
                          </a:solidFill>
                          <a:latin typeface="Apple SD Gothic Neo"/>
                          <a:ea typeface="Apple SD Gothic Neo"/>
                          <a:cs typeface="Apple SD Gothic Neo"/>
                        </a:rPr>
                        <a:t>패링 성공 시 보스 무력화</a:t>
                      </a:r>
                    </a:p>
                  </a:txBody>
                  <a:tcPr marL="91440" marR="91440" marT="45720" marB="45720" anchor="ctr">
                    <a:lnR w="6668">
                      <a:solidFill>
                        <a:srgbClr val="D7DDE4"/>
                      </a:solidFill>
                      <a:prstDash val="solid"/>
                    </a:lnR>
                    <a:lnB w="6668">
                      <a:solidFill>
                        <a:srgbClr val="D7DDE4"/>
                      </a:solidFill>
                      <a:prstDash val="solid"/>
                    </a:lnB>
                    <a:solidFill>
                      <a:srgbClr val="FFFFFF"/>
                    </a:solidFill>
                  </a:tcPr>
                </a:tc>
                <a:tc>
                  <a:txBody>
                    <a:bodyPr lIns="152400" tIns="76200" rIns="133350" bIns="76200"/>
                    <a:lstStyle/>
                    <a:p>
                      <a:r>
                        <a:rPr sz="1800" b="0">
                          <a:solidFill>
                            <a:srgbClr val="263348"/>
                          </a:solidFill>
                          <a:latin typeface="Apple SD Gothic Neo"/>
                          <a:ea typeface="Apple SD Gothic Neo"/>
                          <a:cs typeface="Apple SD Gothic Neo"/>
                        </a:rPr>
                        <a:t>K 반격으로 받아내고</a:t>
                      </a:r>
                    </a:p>
                    <a:p>
                      <a:r>
                        <a:rPr sz="1800" b="0">
                          <a:solidFill>
                            <a:srgbClr val="263348"/>
                          </a:solidFill>
                          <a:latin typeface="Apple SD Gothic Neo"/>
                          <a:ea typeface="Apple SD Gothic Neo"/>
                          <a:cs typeface="Apple SD Gothic Neo"/>
                        </a:rPr>
                        <a:t>방어가 풀린 동안 공격</a:t>
                      </a:r>
                    </a:p>
                  </a:txBody>
                  <a:tcPr marL="91440" marR="91440" marT="45720" marB="45720" anchor="ctr">
                    <a:lnR w="6668">
                      <a:solidFill>
                        <a:srgbClr val="D7DDE4"/>
                      </a:solidFill>
                      <a:prstDash val="solid"/>
                    </a:lnR>
                    <a:lnB w="6668">
                      <a:solidFill>
                        <a:srgbClr val="D7DDE4"/>
                      </a:solidFill>
                      <a:prstDash val="solid"/>
                    </a:lnB>
                    <a:solidFill>
                      <a:srgbClr val="FFFFFF"/>
                    </a:solidFill>
                  </a:tcPr>
                </a:tc>
              </a:tr>
            </a:tbl>
          </a:graphicData>
        </a:graphic>
      </p:graphicFrame>
      <p:sp>
        <p:nvSpPr>
          <p:cNvPr id="5" name="motion-detail">
            <a:extLst xmlns:a="http://schemas.openxmlformats.org/drawingml/2006/main">
              <a:ext uri="{FF2B5EF4-FFF2-40B4-BE49-F238E27FC236}">
                <a16:creationId xmlns:a16="http://schemas.microsoft.com/office/drawing/2014/main" id="{FEEBDDAC-9871-4174-A9D1-79BE5062B301}"/>
              </a:ext>
            </a:extLst>
          </p:cNvPr>
          <p:cNvSpPr>
            <a:spLocks xmlns:a="http://schemas.openxmlformats.org/drawingml/2006/main" noGrp="1"/>
          </p:cNvSpPr>
          <p:nvPr/>
        </p:nvSpPr>
        <p:spPr>
          <a:xfrm xmlns:a="http://schemas.openxmlformats.org/drawingml/2006/main">
            <a:off x="609600" y="52101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1">
                <a:solidFill>
                  <a:srgbClr val="263348"/>
                </a:solidFill>
                <a:latin typeface="Apple SD Gothic Neo"/>
                <a:ea typeface="Apple SD Gothic Neo"/>
                <a:cs typeface="Apple SD Gothic Neo"/>
              </a:defRPr>
            </a:defPPr>
            <a:lvl1pPr algn="l">
              <a:defRPr sz="1875" b="1">
                <a:solidFill>
                  <a:srgbClr val="263348"/>
                </a:solidFill>
                <a:latin typeface="Apple SD Gothic Neo"/>
                <a:ea typeface="Apple SD Gothic Neo"/>
                <a:cs typeface="Apple SD Gothic Neo"/>
              </a:defRPr>
            </a:lvl1pPr>
            <a:lvl2pPr algn="l">
              <a:defRPr sz="1875" b="1">
                <a:solidFill>
                  <a:srgbClr val="263348"/>
                </a:solidFill>
                <a:latin typeface="Apple SD Gothic Neo"/>
                <a:ea typeface="Apple SD Gothic Neo"/>
                <a:cs typeface="Apple SD Gothic Neo"/>
              </a:defRPr>
            </a:lvl2pPr>
            <a:lvl3pPr algn="l">
              <a:defRPr sz="1875" b="1">
                <a:solidFill>
                  <a:srgbClr val="263348"/>
                </a:solidFill>
                <a:latin typeface="Apple SD Gothic Neo"/>
                <a:ea typeface="Apple SD Gothic Neo"/>
                <a:cs typeface="Apple SD Gothic Neo"/>
              </a:defRPr>
            </a:lvl3pPr>
            <a:lvl4pPr algn="l">
              <a:defRPr sz="1875" b="1">
                <a:solidFill>
                  <a:srgbClr val="263348"/>
                </a:solidFill>
                <a:latin typeface="Apple SD Gothic Neo"/>
                <a:ea typeface="Apple SD Gothic Neo"/>
                <a:cs typeface="Apple SD Gothic Neo"/>
              </a:defRPr>
            </a:lvl4pPr>
            <a:lvl5pPr algn="l">
              <a:defRPr sz="1875" b="1">
                <a:solidFill>
                  <a:srgbClr val="263348"/>
                </a:solidFill>
                <a:latin typeface="Apple SD Gothic Neo"/>
                <a:ea typeface="Apple SD Gothic Neo"/>
                <a:cs typeface="Apple SD Gothic Neo"/>
              </a:defRPr>
            </a:lvl5pPr>
            <a:lvl6pPr algn="l">
              <a:defRPr sz="1875" b="1">
                <a:solidFill>
                  <a:srgbClr val="263348"/>
                </a:solidFill>
                <a:latin typeface="Apple SD Gothic Neo"/>
                <a:ea typeface="Apple SD Gothic Neo"/>
                <a:cs typeface="Apple SD Gothic Neo"/>
              </a:defRPr>
            </a:lvl6pPr>
            <a:lvl7pPr algn="l">
              <a:defRPr sz="1875" b="1">
                <a:solidFill>
                  <a:srgbClr val="263348"/>
                </a:solidFill>
                <a:latin typeface="Apple SD Gothic Neo"/>
                <a:ea typeface="Apple SD Gothic Neo"/>
                <a:cs typeface="Apple SD Gothic Neo"/>
              </a:defRPr>
            </a:lvl7pPr>
            <a:lvl8pPr algn="l">
              <a:defRPr sz="1875" b="1">
                <a:solidFill>
                  <a:srgbClr val="263348"/>
                </a:solidFill>
                <a:latin typeface="Apple SD Gothic Neo"/>
                <a:ea typeface="Apple SD Gothic Neo"/>
                <a:cs typeface="Apple SD Gothic Neo"/>
              </a:defRPr>
            </a:lvl8pPr>
            <a:lvl9pPr algn="l">
              <a:defRPr sz="1875" b="1">
                <a:solidFill>
                  <a:srgbClr val="263348"/>
                </a:solidFill>
                <a:latin typeface="Apple SD Gothic Neo"/>
                <a:ea typeface="Apple SD Gothic Neo"/>
                <a:cs typeface="Apple SD Gothic Neo"/>
              </a:defRPr>
            </a:lvl9pPr>
          </a:lstStyle>
          <a:p xmlns:a="http://schemas.openxmlformats.org/drawingml/2006/main">
            <a:pPr algn="l">
              <a:defRPr sz="1875" b="1">
                <a:solidFill>
                  <a:srgbClr val="263348"/>
                </a:solidFill>
                <a:latin typeface="Apple SD Gothic Neo"/>
                <a:ea typeface="Apple SD Gothic Neo"/>
                <a:cs typeface="Apple SD Gothic Neo"/>
              </a:defRPr>
            </a:pPr>
            <a:r>
              <a:rPr sz="1875" b="1">
                <a:solidFill>
                  <a:srgbClr val="263348"/>
                </a:solidFill>
                <a:latin typeface="Apple SD Gothic Neo"/>
                <a:ea typeface="Apple SD Gothic Neo"/>
                <a:cs typeface="Apple SD Gothic Neo"/>
              </a:rPr>
              <a:t>도약과 돌진은 Motion(target, duration, hitSize)로 이동과 판정을 함께 처리한다</a:t>
            </a:r>
          </a:p>
        </p:txBody>
      </p:sp>
      <p:sp>
        <p:nvSpPr>
          <p:cNvPr id="6" name="non-damage">
            <a:extLst xmlns:a="http://schemas.openxmlformats.org/drawingml/2006/main">
              <a:ext uri="{FF2B5EF4-FFF2-40B4-BE49-F238E27FC236}">
                <a16:creationId xmlns:a16="http://schemas.microsoft.com/office/drawing/2014/main" id="{CAFC6B70-E22C-4C53-B76A-AE91C0397122}"/>
              </a:ext>
            </a:extLst>
          </p:cNvPr>
          <p:cNvSpPr>
            <a:spLocks xmlns:a="http://schemas.openxmlformats.org/drawingml/2006/main" noGrp="1"/>
          </p:cNvSpPr>
          <p:nvPr/>
        </p:nvSpPr>
        <p:spPr>
          <a:xfrm xmlns:a="http://schemas.openxmlformats.org/drawingml/2006/main">
            <a:off x="609600" y="58102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0">
                <a:solidFill>
                  <a:srgbClr val="263348"/>
                </a:solidFill>
                <a:latin typeface="Apple SD Gothic Neo"/>
                <a:ea typeface="Apple SD Gothic Neo"/>
                <a:cs typeface="Apple SD Gothic Neo"/>
              </a:defRPr>
            </a:defPPr>
            <a:lvl1pPr algn="l">
              <a:defRPr sz="1800" b="0">
                <a:solidFill>
                  <a:srgbClr val="263348"/>
                </a:solidFill>
                <a:latin typeface="Apple SD Gothic Neo"/>
                <a:ea typeface="Apple SD Gothic Neo"/>
                <a:cs typeface="Apple SD Gothic Neo"/>
              </a:defRPr>
            </a:lvl1pPr>
            <a:lvl2pPr algn="l">
              <a:defRPr sz="1800" b="0">
                <a:solidFill>
                  <a:srgbClr val="263348"/>
                </a:solidFill>
                <a:latin typeface="Apple SD Gothic Neo"/>
                <a:ea typeface="Apple SD Gothic Neo"/>
                <a:cs typeface="Apple SD Gothic Neo"/>
              </a:defRPr>
            </a:lvl2pPr>
            <a:lvl3pPr algn="l">
              <a:defRPr sz="1800" b="0">
                <a:solidFill>
                  <a:srgbClr val="263348"/>
                </a:solidFill>
                <a:latin typeface="Apple SD Gothic Neo"/>
                <a:ea typeface="Apple SD Gothic Neo"/>
                <a:cs typeface="Apple SD Gothic Neo"/>
              </a:defRPr>
            </a:lvl3pPr>
            <a:lvl4pPr algn="l">
              <a:defRPr sz="1800" b="0">
                <a:solidFill>
                  <a:srgbClr val="263348"/>
                </a:solidFill>
                <a:latin typeface="Apple SD Gothic Neo"/>
                <a:ea typeface="Apple SD Gothic Neo"/>
                <a:cs typeface="Apple SD Gothic Neo"/>
              </a:defRPr>
            </a:lvl4pPr>
            <a:lvl5pPr algn="l">
              <a:defRPr sz="1800" b="0">
                <a:solidFill>
                  <a:srgbClr val="263348"/>
                </a:solidFill>
                <a:latin typeface="Apple SD Gothic Neo"/>
                <a:ea typeface="Apple SD Gothic Neo"/>
                <a:cs typeface="Apple SD Gothic Neo"/>
              </a:defRPr>
            </a:lvl5pPr>
            <a:lvl6pPr algn="l">
              <a:defRPr sz="1800" b="0">
                <a:solidFill>
                  <a:srgbClr val="263348"/>
                </a:solidFill>
                <a:latin typeface="Apple SD Gothic Neo"/>
                <a:ea typeface="Apple SD Gothic Neo"/>
                <a:cs typeface="Apple SD Gothic Neo"/>
              </a:defRPr>
            </a:lvl6pPr>
            <a:lvl7pPr algn="l">
              <a:defRPr sz="1800" b="0">
                <a:solidFill>
                  <a:srgbClr val="263348"/>
                </a:solidFill>
                <a:latin typeface="Apple SD Gothic Neo"/>
                <a:ea typeface="Apple SD Gothic Neo"/>
                <a:cs typeface="Apple SD Gothic Neo"/>
              </a:defRPr>
            </a:lvl7pPr>
            <a:lvl8pPr algn="l">
              <a:defRPr sz="1800" b="0">
                <a:solidFill>
                  <a:srgbClr val="263348"/>
                </a:solidFill>
                <a:latin typeface="Apple SD Gothic Neo"/>
                <a:ea typeface="Apple SD Gothic Neo"/>
                <a:cs typeface="Apple SD Gothic Neo"/>
              </a:defRPr>
            </a:lvl8pPr>
            <a:lvl9pPr algn="l">
              <a:defRPr sz="1800" b="0">
                <a:solidFill>
                  <a:srgbClr val="263348"/>
                </a:solidFill>
                <a:latin typeface="Apple SD Gothic Neo"/>
                <a:ea typeface="Apple SD Gothic Neo"/>
                <a:cs typeface="Apple SD Gothic Neo"/>
              </a:defRPr>
            </a:lvl9pPr>
          </a:lstStyle>
          <a:p xmlns:a="http://schemas.openxmlformats.org/drawingml/2006/main">
            <a:pPr algn="l">
              <a:defRPr sz="1800" b="0">
                <a:solidFill>
                  <a:srgbClr val="263348"/>
                </a:solidFill>
                <a:latin typeface="Apple SD Gothic Neo"/>
                <a:ea typeface="Apple SD Gothic Neo"/>
                <a:cs typeface="Apple SD Gothic Neo"/>
              </a:defRPr>
            </a:pPr>
            <a:r>
              <a:rPr sz="1800" b="0">
                <a:solidFill>
                  <a:srgbClr val="263348"/>
                </a:solidFill>
                <a:latin typeface="Apple SD Gothic Neo"/>
                <a:ea typeface="Apple SD Gothic Neo"/>
                <a:cs typeface="Apple SD Gothic Neo"/>
              </a:rPr>
              <a:t>hitSize가 Vector2.zero인 복귀 이동은 피해 판정을 생략한다</a:t>
            </a:r>
          </a:p>
        </p:txBody>
      </p:sp>
    </p:spTree>
    <p:extLst>
      <p:ext uri="{BB962C8B-B14F-4D97-AF65-F5344CB8AC3E}">
        <p14:creationId xmlns:p14="http://schemas.microsoft.com/office/powerpoint/2010/main" val="149623720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a:extLst xmlns:a="http://schemas.openxmlformats.org/drawingml/2006/main">
              <a:ext uri="{FF2B5EF4-FFF2-40B4-BE49-F238E27FC236}">
                <a16:creationId xmlns:a16="http://schemas.microsoft.com/office/drawing/2014/main" id="{C52B4ECA-76C4-4166-BC87-CBFE8481BE26}"/>
              </a:ext>
            </a:extLst>
          </p:cNvPr>
          <p:cNvSpPr>
            <a:spLocks xmlns:a="http://schemas.openxmlformats.org/drawingml/2006/main" noGrp="1"/>
          </p:cNvSpPr>
          <p:nvPr/>
        </p:nvSpPr>
        <p:spPr>
          <a:xfrm xmlns:a="http://schemas.openxmlformats.org/drawingml/2006/main">
            <a:off x="609600" y="3619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b="1">
                <a:solidFill>
                  <a:srgbClr val="18283D"/>
                </a:solidFill>
                <a:latin typeface="Apple SD Gothic Neo"/>
                <a:ea typeface="Apple SD Gothic Neo"/>
                <a:cs typeface="Apple SD Gothic Neo"/>
              </a:defRPr>
            </a:defPPr>
            <a:lvl1pPr algn="l">
              <a:buNone/>
              <a:defRPr sz="3000" b="1">
                <a:solidFill>
                  <a:srgbClr val="18283D"/>
                </a:solidFill>
                <a:latin typeface="Apple SD Gothic Neo"/>
                <a:ea typeface="Apple SD Gothic Neo"/>
                <a:cs typeface="Apple SD Gothic Neo"/>
              </a:defRPr>
            </a:lvl1pPr>
            <a:lvl2pPr algn="l">
              <a:buNone/>
              <a:defRPr sz="3000" b="1">
                <a:solidFill>
                  <a:srgbClr val="18283D"/>
                </a:solidFill>
                <a:latin typeface="Apple SD Gothic Neo"/>
                <a:ea typeface="Apple SD Gothic Neo"/>
                <a:cs typeface="Apple SD Gothic Neo"/>
              </a:defRPr>
            </a:lvl2pPr>
            <a:lvl3pPr algn="l">
              <a:buNone/>
              <a:defRPr sz="3000" b="1">
                <a:solidFill>
                  <a:srgbClr val="18283D"/>
                </a:solidFill>
                <a:latin typeface="Apple SD Gothic Neo"/>
                <a:ea typeface="Apple SD Gothic Neo"/>
                <a:cs typeface="Apple SD Gothic Neo"/>
              </a:defRPr>
            </a:lvl3pPr>
            <a:lvl4pPr algn="l">
              <a:buNone/>
              <a:defRPr sz="3000" b="1">
                <a:solidFill>
                  <a:srgbClr val="18283D"/>
                </a:solidFill>
                <a:latin typeface="Apple SD Gothic Neo"/>
                <a:ea typeface="Apple SD Gothic Neo"/>
                <a:cs typeface="Apple SD Gothic Neo"/>
              </a:defRPr>
            </a:lvl4pPr>
            <a:lvl5pPr algn="l">
              <a:buNone/>
              <a:defRPr sz="3000" b="1">
                <a:solidFill>
                  <a:srgbClr val="18283D"/>
                </a:solidFill>
                <a:latin typeface="Apple SD Gothic Neo"/>
                <a:ea typeface="Apple SD Gothic Neo"/>
                <a:cs typeface="Apple SD Gothic Neo"/>
              </a:defRPr>
            </a:lvl5pPr>
            <a:lvl6pPr algn="l">
              <a:buNone/>
              <a:defRPr sz="3000" b="1">
                <a:solidFill>
                  <a:srgbClr val="18283D"/>
                </a:solidFill>
                <a:latin typeface="Apple SD Gothic Neo"/>
                <a:ea typeface="Apple SD Gothic Neo"/>
                <a:cs typeface="Apple SD Gothic Neo"/>
              </a:defRPr>
            </a:lvl6pPr>
            <a:lvl7pPr algn="l">
              <a:buNone/>
              <a:defRPr sz="3000" b="1">
                <a:solidFill>
                  <a:srgbClr val="18283D"/>
                </a:solidFill>
                <a:latin typeface="Apple SD Gothic Neo"/>
                <a:ea typeface="Apple SD Gothic Neo"/>
                <a:cs typeface="Apple SD Gothic Neo"/>
              </a:defRPr>
            </a:lvl7pPr>
            <a:lvl8pPr algn="l">
              <a:buNone/>
              <a:defRPr sz="3000" b="1">
                <a:solidFill>
                  <a:srgbClr val="18283D"/>
                </a:solidFill>
                <a:latin typeface="Apple SD Gothic Neo"/>
                <a:ea typeface="Apple SD Gothic Neo"/>
                <a:cs typeface="Apple SD Gothic Neo"/>
              </a:defRPr>
            </a:lvl8pPr>
            <a:lvl9pPr algn="l">
              <a:buNone/>
              <a:defRPr sz="3000" b="1">
                <a:solidFill>
                  <a:srgbClr val="18283D"/>
                </a:solidFill>
                <a:latin typeface="Apple SD Gothic Neo"/>
                <a:ea typeface="Apple SD Gothic Neo"/>
                <a:cs typeface="Apple SD Gothic Neo"/>
              </a:defRPr>
            </a:lvl9pPr>
          </a:lstStyle>
          <a:p xmlns:a="http://schemas.openxmlformats.org/drawingml/2006/main">
            <a:pPr algn="l">
              <a:buNone/>
              <a:defRPr sz="3000" b="1">
                <a:solidFill>
                  <a:srgbClr val="18283D"/>
                </a:solidFill>
                <a:latin typeface="Apple SD Gothic Neo"/>
                <a:ea typeface="Apple SD Gothic Neo"/>
                <a:cs typeface="Apple SD Gothic Neo"/>
              </a:defRPr>
            </a:pPr>
            <a:r>
              <a:rPr sz="3000" b="1">
                <a:solidFill>
                  <a:srgbClr val="18283D"/>
                </a:solidFill>
                <a:latin typeface="Apple SD Gothic Neo"/>
                <a:ea typeface="Apple SD Gothic Neo"/>
                <a:cs typeface="Apple SD Gothic Neo"/>
              </a:rPr>
              <a:t>공격 객체와 충돌 판정</a:t>
            </a:r>
          </a:p>
        </p:txBody>
      </p:sp>
      <p:sp>
        <p:nvSpPr>
          <p:cNvPr id="2" name="subtitle">
            <a:extLst xmlns:a="http://schemas.openxmlformats.org/drawingml/2006/main">
              <a:ext uri="{FF2B5EF4-FFF2-40B4-BE49-F238E27FC236}">
                <a16:creationId xmlns:a16="http://schemas.microsoft.com/office/drawing/2014/main" id="{95FBBC76-CB47-4FEF-B6CB-FA49065EA9D7}"/>
              </a:ext>
            </a:extLst>
          </p:cNvPr>
          <p:cNvSpPr>
            <a:spLocks xmlns:a="http://schemas.openxmlformats.org/drawingml/2006/main" noGrp="1"/>
          </p:cNvSpPr>
          <p:nvPr/>
        </p:nvSpPr>
        <p:spPr>
          <a:xfrm xmlns:a="http://schemas.openxmlformats.org/drawingml/2006/main">
            <a:off x="609600" y="102870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526075"/>
                </a:solidFill>
                <a:latin typeface="Apple SD Gothic Neo"/>
                <a:ea typeface="Apple SD Gothic Neo"/>
                <a:cs typeface="Apple SD Gothic Neo"/>
              </a:defRPr>
            </a:defPPr>
            <a:lvl1pPr algn="l">
              <a:buNone/>
              <a:defRPr sz="1725" b="0">
                <a:solidFill>
                  <a:srgbClr val="526075"/>
                </a:solidFill>
                <a:latin typeface="Apple SD Gothic Neo"/>
                <a:ea typeface="Apple SD Gothic Neo"/>
                <a:cs typeface="Apple SD Gothic Neo"/>
              </a:defRPr>
            </a:lvl1pPr>
            <a:lvl2pPr algn="l">
              <a:buNone/>
              <a:defRPr sz="1725" b="0">
                <a:solidFill>
                  <a:srgbClr val="526075"/>
                </a:solidFill>
                <a:latin typeface="Apple SD Gothic Neo"/>
                <a:ea typeface="Apple SD Gothic Neo"/>
                <a:cs typeface="Apple SD Gothic Neo"/>
              </a:defRPr>
            </a:lvl2pPr>
            <a:lvl3pPr algn="l">
              <a:buNone/>
              <a:defRPr sz="1725" b="0">
                <a:solidFill>
                  <a:srgbClr val="526075"/>
                </a:solidFill>
                <a:latin typeface="Apple SD Gothic Neo"/>
                <a:ea typeface="Apple SD Gothic Neo"/>
                <a:cs typeface="Apple SD Gothic Neo"/>
              </a:defRPr>
            </a:lvl3pPr>
            <a:lvl4pPr algn="l">
              <a:buNone/>
              <a:defRPr sz="1725" b="0">
                <a:solidFill>
                  <a:srgbClr val="526075"/>
                </a:solidFill>
                <a:latin typeface="Apple SD Gothic Neo"/>
                <a:ea typeface="Apple SD Gothic Neo"/>
                <a:cs typeface="Apple SD Gothic Neo"/>
              </a:defRPr>
            </a:lvl4pPr>
            <a:lvl5pPr algn="l">
              <a:buNone/>
              <a:defRPr sz="1725" b="0">
                <a:solidFill>
                  <a:srgbClr val="526075"/>
                </a:solidFill>
                <a:latin typeface="Apple SD Gothic Neo"/>
                <a:ea typeface="Apple SD Gothic Neo"/>
                <a:cs typeface="Apple SD Gothic Neo"/>
              </a:defRPr>
            </a:lvl5pPr>
            <a:lvl6pPr algn="l">
              <a:buNone/>
              <a:defRPr sz="1725" b="0">
                <a:solidFill>
                  <a:srgbClr val="526075"/>
                </a:solidFill>
                <a:latin typeface="Apple SD Gothic Neo"/>
                <a:ea typeface="Apple SD Gothic Neo"/>
                <a:cs typeface="Apple SD Gothic Neo"/>
              </a:defRPr>
            </a:lvl6pPr>
            <a:lvl7pPr algn="l">
              <a:buNone/>
              <a:defRPr sz="1725" b="0">
                <a:solidFill>
                  <a:srgbClr val="526075"/>
                </a:solidFill>
                <a:latin typeface="Apple SD Gothic Neo"/>
                <a:ea typeface="Apple SD Gothic Neo"/>
                <a:cs typeface="Apple SD Gothic Neo"/>
              </a:defRPr>
            </a:lvl7pPr>
            <a:lvl8pPr algn="l">
              <a:buNone/>
              <a:defRPr sz="1725" b="0">
                <a:solidFill>
                  <a:srgbClr val="526075"/>
                </a:solidFill>
                <a:latin typeface="Apple SD Gothic Neo"/>
                <a:ea typeface="Apple SD Gothic Neo"/>
                <a:cs typeface="Apple SD Gothic Neo"/>
              </a:defRPr>
            </a:lvl8pPr>
            <a:lvl9pPr algn="l">
              <a:buNone/>
              <a:defRPr sz="1725" b="0">
                <a:solidFill>
                  <a:srgbClr val="526075"/>
                </a:solidFill>
                <a:latin typeface="Apple SD Gothic Neo"/>
                <a:ea typeface="Apple SD Gothic Neo"/>
                <a:cs typeface="Apple SD Gothic Neo"/>
              </a:defRPr>
            </a:lvl9pPr>
          </a:lstStyle>
          <a:p xmlns:a="http://schemas.openxmlformats.org/drawingml/2006/main">
            <a:pPr algn="l">
              <a:buNone/>
              <a:defRPr sz="1725" b="0">
                <a:solidFill>
                  <a:srgbClr val="526075"/>
                </a:solidFill>
                <a:latin typeface="Apple SD Gothic Neo"/>
                <a:ea typeface="Apple SD Gothic Neo"/>
                <a:cs typeface="Apple SD Gothic Neo"/>
              </a:defRPr>
            </a:pPr>
            <a:r>
              <a:rPr sz="1725" b="0">
                <a:solidFill>
                  <a:srgbClr val="526075"/>
                </a:solidFill>
                <a:latin typeface="Apple SD Gothic Neo"/>
                <a:ea typeface="Apple SD Gothic Neo"/>
                <a:cs typeface="Apple SD Gothic Neo"/>
              </a:rPr>
              <a:t>공격의 이동과 수명은 Runtime에서, 재사용하는 판정 규칙은 Core에서 처리한다</a:t>
            </a:r>
          </a:p>
        </p:txBody>
      </p:sp>
      <p:pic>
        <p:nvPicPr>
          <p:cNvPr id="3" name="">
            <a:extLst xmlns:a="http://schemas.openxmlformats.org/drawingml/2006/main">
              <a:ext uri="{FF2B5EF4-FFF2-40B4-BE49-F238E27FC236}">
                <a16:creationId xmlns:a16="http://schemas.microsoft.com/office/drawing/2014/main" id="{4EE0EEDB-FF44-4C58-AB4B-9AA3E2913E2E}"/>
              </a:ext>
            </a:extLst>
          </p:cNvPr>
          <p:cNvPicPr>
            <a:picLocks xmlns:a="http://schemas.openxmlformats.org/drawingml/2006/main" noChangeAspect="1"/>
          </p:cNvPicPr>
          <p:nvPr/>
        </p:nvPicPr>
        <p:blipFill>
          <a:blip xmlns:r="http://schemas.openxmlformats.org/officeDocument/2006/relationships" xmlns:a="http://schemas.openxmlformats.org/drawingml/2006/main" r:embed="Re542b658731f449e"/>
          <a:stretch xmlns:a="http://schemas.openxmlformats.org/drawingml/2006/main"/>
        </p:blipFill>
        <p:spPr>
          <a:xfrm xmlns:a="http://schemas.openxmlformats.org/drawingml/2006/main">
            <a:off x="1215496" y="1771650"/>
            <a:ext cx="2788708" cy="971550"/>
          </a:xfrm>
          <a:prstGeom xmlns:a="http://schemas.openxmlformats.org/drawingml/2006/main" prst="rect">
            <a:avLst/>
          </a:prstGeom>
        </p:spPr>
      </p:pic>
      <p:sp>
        <p:nvSpPr>
          <p:cNvPr id="4" name="KarmaBossAttack-role">
            <a:extLst xmlns:a="http://schemas.openxmlformats.org/drawingml/2006/main">
              <a:ext uri="{FF2B5EF4-FFF2-40B4-BE49-F238E27FC236}">
                <a16:creationId xmlns:a16="http://schemas.microsoft.com/office/drawing/2014/main" id="{A247BF6E-3D3C-4EE8-9557-DAE98756D36A}"/>
              </a:ext>
            </a:extLst>
          </p:cNvPr>
          <p:cNvSpPr>
            <a:spLocks xmlns:a="http://schemas.openxmlformats.org/drawingml/2006/main" noGrp="1"/>
          </p:cNvSpPr>
          <p:nvPr/>
        </p:nvSpPr>
        <p:spPr>
          <a:xfrm xmlns:a="http://schemas.openxmlformats.org/drawingml/2006/main">
            <a:off x="5143500" y="1819275"/>
            <a:ext cx="628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1">
                <a:solidFill>
                  <a:srgbClr val="263348"/>
                </a:solidFill>
                <a:latin typeface="Apple SD Gothic Neo"/>
                <a:ea typeface="Apple SD Gothic Neo"/>
                <a:cs typeface="Apple SD Gothic Neo"/>
              </a:defRPr>
            </a:defPPr>
            <a:lvl1pPr algn="l">
              <a:buNone/>
              <a:defRPr sz="2025" b="1">
                <a:solidFill>
                  <a:srgbClr val="263348"/>
                </a:solidFill>
                <a:latin typeface="Apple SD Gothic Neo"/>
                <a:ea typeface="Apple SD Gothic Neo"/>
                <a:cs typeface="Apple SD Gothic Neo"/>
              </a:defRPr>
            </a:lvl1pPr>
            <a:lvl2pPr algn="l">
              <a:buNone/>
              <a:defRPr sz="2025" b="1">
                <a:solidFill>
                  <a:srgbClr val="263348"/>
                </a:solidFill>
                <a:latin typeface="Apple SD Gothic Neo"/>
                <a:ea typeface="Apple SD Gothic Neo"/>
                <a:cs typeface="Apple SD Gothic Neo"/>
              </a:defRPr>
            </a:lvl2pPr>
            <a:lvl3pPr algn="l">
              <a:buNone/>
              <a:defRPr sz="2025" b="1">
                <a:solidFill>
                  <a:srgbClr val="263348"/>
                </a:solidFill>
                <a:latin typeface="Apple SD Gothic Neo"/>
                <a:ea typeface="Apple SD Gothic Neo"/>
                <a:cs typeface="Apple SD Gothic Neo"/>
              </a:defRPr>
            </a:lvl3pPr>
            <a:lvl4pPr algn="l">
              <a:buNone/>
              <a:defRPr sz="2025" b="1">
                <a:solidFill>
                  <a:srgbClr val="263348"/>
                </a:solidFill>
                <a:latin typeface="Apple SD Gothic Neo"/>
                <a:ea typeface="Apple SD Gothic Neo"/>
                <a:cs typeface="Apple SD Gothic Neo"/>
              </a:defRPr>
            </a:lvl4pPr>
            <a:lvl5pPr algn="l">
              <a:buNone/>
              <a:defRPr sz="2025" b="1">
                <a:solidFill>
                  <a:srgbClr val="263348"/>
                </a:solidFill>
                <a:latin typeface="Apple SD Gothic Neo"/>
                <a:ea typeface="Apple SD Gothic Neo"/>
                <a:cs typeface="Apple SD Gothic Neo"/>
              </a:defRPr>
            </a:lvl5pPr>
            <a:lvl6pPr algn="l">
              <a:buNone/>
              <a:defRPr sz="2025" b="1">
                <a:solidFill>
                  <a:srgbClr val="263348"/>
                </a:solidFill>
                <a:latin typeface="Apple SD Gothic Neo"/>
                <a:ea typeface="Apple SD Gothic Neo"/>
                <a:cs typeface="Apple SD Gothic Neo"/>
              </a:defRPr>
            </a:lvl6pPr>
            <a:lvl7pPr algn="l">
              <a:buNone/>
              <a:defRPr sz="2025" b="1">
                <a:solidFill>
                  <a:srgbClr val="263348"/>
                </a:solidFill>
                <a:latin typeface="Apple SD Gothic Neo"/>
                <a:ea typeface="Apple SD Gothic Neo"/>
                <a:cs typeface="Apple SD Gothic Neo"/>
              </a:defRPr>
            </a:lvl7pPr>
            <a:lvl8pPr algn="l">
              <a:buNone/>
              <a:defRPr sz="2025" b="1">
                <a:solidFill>
                  <a:srgbClr val="263348"/>
                </a:solidFill>
                <a:latin typeface="Apple SD Gothic Neo"/>
                <a:ea typeface="Apple SD Gothic Neo"/>
                <a:cs typeface="Apple SD Gothic Neo"/>
              </a:defRPr>
            </a:lvl8pPr>
            <a:lvl9pPr algn="l">
              <a:buNone/>
              <a:defRPr sz="2025" b="1">
                <a:solidFill>
                  <a:srgbClr val="263348"/>
                </a:solidFill>
                <a:latin typeface="Apple SD Gothic Neo"/>
                <a:ea typeface="Apple SD Gothic Neo"/>
                <a:cs typeface="Apple SD Gothic Neo"/>
              </a:defRPr>
            </a:lvl9pPr>
          </a:lstStyle>
          <a:p xmlns:a="http://schemas.openxmlformats.org/drawingml/2006/main">
            <a:pPr algn="l">
              <a:buNone/>
              <a:defRPr sz="2025" b="1">
                <a:solidFill>
                  <a:srgbClr val="263348"/>
                </a:solidFill>
                <a:latin typeface="Apple SD Gothic Neo"/>
                <a:ea typeface="Apple SD Gothic Neo"/>
                <a:cs typeface="Apple SD Gothic Neo"/>
              </a:defRPr>
            </a:pPr>
            <a:r>
              <a:rPr sz="2025" b="1">
                <a:solidFill>
                  <a:srgbClr val="263348"/>
                </a:solidFill>
                <a:latin typeface="Apple SD Gothic Neo"/>
                <a:ea typeface="Apple SD Gothic Neo"/>
                <a:cs typeface="Apple SD Gothic Neo"/>
              </a:rPr>
              <a:t>수호자 공격 객체</a:t>
            </a:r>
          </a:p>
        </p:txBody>
      </p:sp>
      <p:sp>
        <p:nvSpPr>
          <p:cNvPr id="5" name="KarmaBossAttack-body">
            <a:extLst xmlns:a="http://schemas.openxmlformats.org/drawingml/2006/main">
              <a:ext uri="{FF2B5EF4-FFF2-40B4-BE49-F238E27FC236}">
                <a16:creationId xmlns:a16="http://schemas.microsoft.com/office/drawing/2014/main" id="{BF13B2DF-1AE8-4C8F-8178-B4BACEB7CCDE}"/>
              </a:ext>
            </a:extLst>
          </p:cNvPr>
          <p:cNvSpPr>
            <a:spLocks xmlns:a="http://schemas.openxmlformats.org/drawingml/2006/main" noGrp="1"/>
          </p:cNvSpPr>
          <p:nvPr/>
        </p:nvSpPr>
        <p:spPr>
          <a:xfrm xmlns:a="http://schemas.openxmlformats.org/drawingml/2006/main">
            <a:off x="5143500" y="2238375"/>
            <a:ext cx="628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465368"/>
                </a:solidFill>
                <a:latin typeface="Apple SD Gothic Neo"/>
                <a:ea typeface="Apple SD Gothic Neo"/>
                <a:cs typeface="Apple SD Gothic Neo"/>
              </a:defRPr>
            </a:defPPr>
            <a:lvl1pPr algn="l">
              <a:buNone/>
              <a:defRPr sz="1725" b="0">
                <a:solidFill>
                  <a:srgbClr val="465368"/>
                </a:solidFill>
                <a:latin typeface="Apple SD Gothic Neo"/>
                <a:ea typeface="Apple SD Gothic Neo"/>
                <a:cs typeface="Apple SD Gothic Neo"/>
              </a:defRPr>
            </a:lvl1pPr>
            <a:lvl2pPr algn="l">
              <a:buNone/>
              <a:defRPr sz="1725" b="0">
                <a:solidFill>
                  <a:srgbClr val="465368"/>
                </a:solidFill>
                <a:latin typeface="Apple SD Gothic Neo"/>
                <a:ea typeface="Apple SD Gothic Neo"/>
                <a:cs typeface="Apple SD Gothic Neo"/>
              </a:defRPr>
            </a:lvl2pPr>
            <a:lvl3pPr algn="l">
              <a:buNone/>
              <a:defRPr sz="1725" b="0">
                <a:solidFill>
                  <a:srgbClr val="465368"/>
                </a:solidFill>
                <a:latin typeface="Apple SD Gothic Neo"/>
                <a:ea typeface="Apple SD Gothic Neo"/>
                <a:cs typeface="Apple SD Gothic Neo"/>
              </a:defRPr>
            </a:lvl3pPr>
            <a:lvl4pPr algn="l">
              <a:buNone/>
              <a:defRPr sz="1725" b="0">
                <a:solidFill>
                  <a:srgbClr val="465368"/>
                </a:solidFill>
                <a:latin typeface="Apple SD Gothic Neo"/>
                <a:ea typeface="Apple SD Gothic Neo"/>
                <a:cs typeface="Apple SD Gothic Neo"/>
              </a:defRPr>
            </a:lvl4pPr>
            <a:lvl5pPr algn="l">
              <a:buNone/>
              <a:defRPr sz="1725" b="0">
                <a:solidFill>
                  <a:srgbClr val="465368"/>
                </a:solidFill>
                <a:latin typeface="Apple SD Gothic Neo"/>
                <a:ea typeface="Apple SD Gothic Neo"/>
                <a:cs typeface="Apple SD Gothic Neo"/>
              </a:defRPr>
            </a:lvl5pPr>
            <a:lvl6pPr algn="l">
              <a:buNone/>
              <a:defRPr sz="1725" b="0">
                <a:solidFill>
                  <a:srgbClr val="465368"/>
                </a:solidFill>
                <a:latin typeface="Apple SD Gothic Neo"/>
                <a:ea typeface="Apple SD Gothic Neo"/>
                <a:cs typeface="Apple SD Gothic Neo"/>
              </a:defRPr>
            </a:lvl6pPr>
            <a:lvl7pPr algn="l">
              <a:buNone/>
              <a:defRPr sz="1725" b="0">
                <a:solidFill>
                  <a:srgbClr val="465368"/>
                </a:solidFill>
                <a:latin typeface="Apple SD Gothic Neo"/>
                <a:ea typeface="Apple SD Gothic Neo"/>
                <a:cs typeface="Apple SD Gothic Neo"/>
              </a:defRPr>
            </a:lvl7pPr>
            <a:lvl8pPr algn="l">
              <a:buNone/>
              <a:defRPr sz="1725" b="0">
                <a:solidFill>
                  <a:srgbClr val="465368"/>
                </a:solidFill>
                <a:latin typeface="Apple SD Gothic Neo"/>
                <a:ea typeface="Apple SD Gothic Neo"/>
                <a:cs typeface="Apple SD Gothic Neo"/>
              </a:defRPr>
            </a:lvl8pPr>
            <a:lvl9pPr algn="l">
              <a:buNone/>
              <a:defRPr sz="1725" b="0">
                <a:solidFill>
                  <a:srgbClr val="465368"/>
                </a:solidFill>
                <a:latin typeface="Apple SD Gothic Neo"/>
                <a:ea typeface="Apple SD Gothic Neo"/>
                <a:cs typeface="Apple SD Gothic Neo"/>
              </a:defRPr>
            </a:lvl9pPr>
          </a:lstStyle>
          <a:p xmlns:a="http://schemas.openxmlformats.org/drawingml/2006/main">
            <a:pPr algn="l">
              <a:buNone/>
              <a:defRPr sz="1725" b="0">
                <a:solidFill>
                  <a:srgbClr val="465368"/>
                </a:solidFill>
                <a:latin typeface="Apple SD Gothic Neo"/>
                <a:ea typeface="Apple SD Gothic Neo"/>
                <a:cs typeface="Apple SD Gothic Neo"/>
              </a:defRPr>
            </a:pPr>
            <a:r>
              <a:rPr sz="1725" b="0">
                <a:solidFill>
                  <a:srgbClr val="465368"/>
                </a:solidFill>
                <a:latin typeface="Apple SD Gothic Neo"/>
                <a:ea typeface="Apple SD Gothic Neo"/>
                <a:cs typeface="Apple SD Gothic Neo"/>
              </a:rPr>
              <a:t>공격을 이동시키고 수명을 관리하며, 소유 수호자에게 판정을 요청한다</a:t>
            </a:r>
          </a:p>
        </p:txBody>
      </p:sp>
      <p:pic>
        <p:nvPicPr>
          <p:cNvPr id="6" name="">
            <a:extLst xmlns:a="http://schemas.openxmlformats.org/drawingml/2006/main">
              <a:ext uri="{FF2B5EF4-FFF2-40B4-BE49-F238E27FC236}">
                <a16:creationId xmlns:a16="http://schemas.microsoft.com/office/drawing/2014/main" id="{3A04B126-B54D-437E-A144-B27E8D93C330}"/>
              </a:ext>
            </a:extLst>
          </p:cNvPr>
          <p:cNvPicPr>
            <a:picLocks xmlns:a="http://schemas.openxmlformats.org/drawingml/2006/main" noChangeAspect="1"/>
          </p:cNvPicPr>
          <p:nvPr/>
        </p:nvPicPr>
        <p:blipFill>
          <a:blip xmlns:r="http://schemas.openxmlformats.org/officeDocument/2006/relationships" xmlns:a="http://schemas.openxmlformats.org/drawingml/2006/main" r:embed="Re5a2bb3a14954381"/>
          <a:stretch xmlns:a="http://schemas.openxmlformats.org/drawingml/2006/main"/>
        </p:blipFill>
        <p:spPr>
          <a:xfrm xmlns:a="http://schemas.openxmlformats.org/drawingml/2006/main">
            <a:off x="1305454" y="2876550"/>
            <a:ext cx="2608792" cy="971550"/>
          </a:xfrm>
          <a:prstGeom xmlns:a="http://schemas.openxmlformats.org/drawingml/2006/main" prst="rect">
            <a:avLst/>
          </a:prstGeom>
        </p:spPr>
      </p:pic>
      <p:sp>
        <p:nvSpPr>
          <p:cNvPr id="7" name="KarmaProjectile-role">
            <a:extLst xmlns:a="http://schemas.openxmlformats.org/drawingml/2006/main">
              <a:ext uri="{FF2B5EF4-FFF2-40B4-BE49-F238E27FC236}">
                <a16:creationId xmlns:a16="http://schemas.microsoft.com/office/drawing/2014/main" id="{40D19787-3845-49BA-AE38-7D3FA4986190}"/>
              </a:ext>
            </a:extLst>
          </p:cNvPr>
          <p:cNvSpPr>
            <a:spLocks xmlns:a="http://schemas.openxmlformats.org/drawingml/2006/main" noGrp="1"/>
          </p:cNvSpPr>
          <p:nvPr/>
        </p:nvSpPr>
        <p:spPr>
          <a:xfrm xmlns:a="http://schemas.openxmlformats.org/drawingml/2006/main">
            <a:off x="5143500" y="2924175"/>
            <a:ext cx="628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1">
                <a:solidFill>
                  <a:srgbClr val="263348"/>
                </a:solidFill>
                <a:latin typeface="Apple SD Gothic Neo"/>
                <a:ea typeface="Apple SD Gothic Neo"/>
                <a:cs typeface="Apple SD Gothic Neo"/>
              </a:defRPr>
            </a:defPPr>
            <a:lvl1pPr algn="l">
              <a:buNone/>
              <a:defRPr sz="2025" b="1">
                <a:solidFill>
                  <a:srgbClr val="263348"/>
                </a:solidFill>
                <a:latin typeface="Apple SD Gothic Neo"/>
                <a:ea typeface="Apple SD Gothic Neo"/>
                <a:cs typeface="Apple SD Gothic Neo"/>
              </a:defRPr>
            </a:lvl1pPr>
            <a:lvl2pPr algn="l">
              <a:buNone/>
              <a:defRPr sz="2025" b="1">
                <a:solidFill>
                  <a:srgbClr val="263348"/>
                </a:solidFill>
                <a:latin typeface="Apple SD Gothic Neo"/>
                <a:ea typeface="Apple SD Gothic Neo"/>
                <a:cs typeface="Apple SD Gothic Neo"/>
              </a:defRPr>
            </a:lvl2pPr>
            <a:lvl3pPr algn="l">
              <a:buNone/>
              <a:defRPr sz="2025" b="1">
                <a:solidFill>
                  <a:srgbClr val="263348"/>
                </a:solidFill>
                <a:latin typeface="Apple SD Gothic Neo"/>
                <a:ea typeface="Apple SD Gothic Neo"/>
                <a:cs typeface="Apple SD Gothic Neo"/>
              </a:defRPr>
            </a:lvl3pPr>
            <a:lvl4pPr algn="l">
              <a:buNone/>
              <a:defRPr sz="2025" b="1">
                <a:solidFill>
                  <a:srgbClr val="263348"/>
                </a:solidFill>
                <a:latin typeface="Apple SD Gothic Neo"/>
                <a:ea typeface="Apple SD Gothic Neo"/>
                <a:cs typeface="Apple SD Gothic Neo"/>
              </a:defRPr>
            </a:lvl4pPr>
            <a:lvl5pPr algn="l">
              <a:buNone/>
              <a:defRPr sz="2025" b="1">
                <a:solidFill>
                  <a:srgbClr val="263348"/>
                </a:solidFill>
                <a:latin typeface="Apple SD Gothic Neo"/>
                <a:ea typeface="Apple SD Gothic Neo"/>
                <a:cs typeface="Apple SD Gothic Neo"/>
              </a:defRPr>
            </a:lvl5pPr>
            <a:lvl6pPr algn="l">
              <a:buNone/>
              <a:defRPr sz="2025" b="1">
                <a:solidFill>
                  <a:srgbClr val="263348"/>
                </a:solidFill>
                <a:latin typeface="Apple SD Gothic Neo"/>
                <a:ea typeface="Apple SD Gothic Neo"/>
                <a:cs typeface="Apple SD Gothic Neo"/>
              </a:defRPr>
            </a:lvl6pPr>
            <a:lvl7pPr algn="l">
              <a:buNone/>
              <a:defRPr sz="2025" b="1">
                <a:solidFill>
                  <a:srgbClr val="263348"/>
                </a:solidFill>
                <a:latin typeface="Apple SD Gothic Neo"/>
                <a:ea typeface="Apple SD Gothic Neo"/>
                <a:cs typeface="Apple SD Gothic Neo"/>
              </a:defRPr>
            </a:lvl7pPr>
            <a:lvl8pPr algn="l">
              <a:buNone/>
              <a:defRPr sz="2025" b="1">
                <a:solidFill>
                  <a:srgbClr val="263348"/>
                </a:solidFill>
                <a:latin typeface="Apple SD Gothic Neo"/>
                <a:ea typeface="Apple SD Gothic Neo"/>
                <a:cs typeface="Apple SD Gothic Neo"/>
              </a:defRPr>
            </a:lvl8pPr>
            <a:lvl9pPr algn="l">
              <a:buNone/>
              <a:defRPr sz="2025" b="1">
                <a:solidFill>
                  <a:srgbClr val="263348"/>
                </a:solidFill>
                <a:latin typeface="Apple SD Gothic Neo"/>
                <a:ea typeface="Apple SD Gothic Neo"/>
                <a:cs typeface="Apple SD Gothic Neo"/>
              </a:defRPr>
            </a:lvl9pPr>
          </a:lstStyle>
          <a:p xmlns:a="http://schemas.openxmlformats.org/drawingml/2006/main">
            <a:pPr algn="l">
              <a:buNone/>
              <a:defRPr sz="2025" b="1">
                <a:solidFill>
                  <a:srgbClr val="263348"/>
                </a:solidFill>
                <a:latin typeface="Apple SD Gothic Neo"/>
                <a:ea typeface="Apple SD Gothic Neo"/>
                <a:cs typeface="Apple SD Gothic Neo"/>
              </a:defRPr>
            </a:pPr>
            <a:r>
              <a:rPr sz="2025" b="1">
                <a:solidFill>
                  <a:srgbClr val="263348"/>
                </a:solidFill>
                <a:latin typeface="Apple SD Gothic Neo"/>
                <a:ea typeface="Apple SD Gothic Neo"/>
                <a:cs typeface="Apple SD Gothic Neo"/>
              </a:rPr>
              <a:t>플레이어 발사체</a:t>
            </a:r>
          </a:p>
        </p:txBody>
      </p:sp>
      <p:sp>
        <p:nvSpPr>
          <p:cNvPr id="8" name="KarmaProjectile-body">
            <a:extLst xmlns:a="http://schemas.openxmlformats.org/drawingml/2006/main">
              <a:ext uri="{FF2B5EF4-FFF2-40B4-BE49-F238E27FC236}">
                <a16:creationId xmlns:a16="http://schemas.microsoft.com/office/drawing/2014/main" id="{5AB48AD8-6FB4-4BE1-9717-4E577533A7FF}"/>
              </a:ext>
            </a:extLst>
          </p:cNvPr>
          <p:cNvSpPr>
            <a:spLocks xmlns:a="http://schemas.openxmlformats.org/drawingml/2006/main" noGrp="1"/>
          </p:cNvSpPr>
          <p:nvPr/>
        </p:nvSpPr>
        <p:spPr>
          <a:xfrm xmlns:a="http://schemas.openxmlformats.org/drawingml/2006/main">
            <a:off x="5143500" y="3343275"/>
            <a:ext cx="628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465368"/>
                </a:solidFill>
                <a:latin typeface="Apple SD Gothic Neo"/>
                <a:ea typeface="Apple SD Gothic Neo"/>
                <a:cs typeface="Apple SD Gothic Neo"/>
              </a:defRPr>
            </a:defPPr>
            <a:lvl1pPr algn="l">
              <a:buNone/>
              <a:defRPr sz="1725" b="0">
                <a:solidFill>
                  <a:srgbClr val="465368"/>
                </a:solidFill>
                <a:latin typeface="Apple SD Gothic Neo"/>
                <a:ea typeface="Apple SD Gothic Neo"/>
                <a:cs typeface="Apple SD Gothic Neo"/>
              </a:defRPr>
            </a:lvl1pPr>
            <a:lvl2pPr algn="l">
              <a:buNone/>
              <a:defRPr sz="1725" b="0">
                <a:solidFill>
                  <a:srgbClr val="465368"/>
                </a:solidFill>
                <a:latin typeface="Apple SD Gothic Neo"/>
                <a:ea typeface="Apple SD Gothic Neo"/>
                <a:cs typeface="Apple SD Gothic Neo"/>
              </a:defRPr>
            </a:lvl2pPr>
            <a:lvl3pPr algn="l">
              <a:buNone/>
              <a:defRPr sz="1725" b="0">
                <a:solidFill>
                  <a:srgbClr val="465368"/>
                </a:solidFill>
                <a:latin typeface="Apple SD Gothic Neo"/>
                <a:ea typeface="Apple SD Gothic Neo"/>
                <a:cs typeface="Apple SD Gothic Neo"/>
              </a:defRPr>
            </a:lvl3pPr>
            <a:lvl4pPr algn="l">
              <a:buNone/>
              <a:defRPr sz="1725" b="0">
                <a:solidFill>
                  <a:srgbClr val="465368"/>
                </a:solidFill>
                <a:latin typeface="Apple SD Gothic Neo"/>
                <a:ea typeface="Apple SD Gothic Neo"/>
                <a:cs typeface="Apple SD Gothic Neo"/>
              </a:defRPr>
            </a:lvl4pPr>
            <a:lvl5pPr algn="l">
              <a:buNone/>
              <a:defRPr sz="1725" b="0">
                <a:solidFill>
                  <a:srgbClr val="465368"/>
                </a:solidFill>
                <a:latin typeface="Apple SD Gothic Neo"/>
                <a:ea typeface="Apple SD Gothic Neo"/>
                <a:cs typeface="Apple SD Gothic Neo"/>
              </a:defRPr>
            </a:lvl5pPr>
            <a:lvl6pPr algn="l">
              <a:buNone/>
              <a:defRPr sz="1725" b="0">
                <a:solidFill>
                  <a:srgbClr val="465368"/>
                </a:solidFill>
                <a:latin typeface="Apple SD Gothic Neo"/>
                <a:ea typeface="Apple SD Gothic Neo"/>
                <a:cs typeface="Apple SD Gothic Neo"/>
              </a:defRPr>
            </a:lvl6pPr>
            <a:lvl7pPr algn="l">
              <a:buNone/>
              <a:defRPr sz="1725" b="0">
                <a:solidFill>
                  <a:srgbClr val="465368"/>
                </a:solidFill>
                <a:latin typeface="Apple SD Gothic Neo"/>
                <a:ea typeface="Apple SD Gothic Neo"/>
                <a:cs typeface="Apple SD Gothic Neo"/>
              </a:defRPr>
            </a:lvl7pPr>
            <a:lvl8pPr algn="l">
              <a:buNone/>
              <a:defRPr sz="1725" b="0">
                <a:solidFill>
                  <a:srgbClr val="465368"/>
                </a:solidFill>
                <a:latin typeface="Apple SD Gothic Neo"/>
                <a:ea typeface="Apple SD Gothic Neo"/>
                <a:cs typeface="Apple SD Gothic Neo"/>
              </a:defRPr>
            </a:lvl8pPr>
            <a:lvl9pPr algn="l">
              <a:buNone/>
              <a:defRPr sz="1725" b="0">
                <a:solidFill>
                  <a:srgbClr val="465368"/>
                </a:solidFill>
                <a:latin typeface="Apple SD Gothic Neo"/>
                <a:ea typeface="Apple SD Gothic Neo"/>
                <a:cs typeface="Apple SD Gothic Neo"/>
              </a:defRPr>
            </a:lvl9pPr>
          </a:lstStyle>
          <a:p xmlns:a="http://schemas.openxmlformats.org/drawingml/2006/main">
            <a:pPr algn="l">
              <a:buNone/>
              <a:defRPr sz="1725" b="0">
                <a:solidFill>
                  <a:srgbClr val="465368"/>
                </a:solidFill>
                <a:latin typeface="Apple SD Gothic Neo"/>
                <a:ea typeface="Apple SD Gothic Neo"/>
                <a:cs typeface="Apple SD Gothic Neo"/>
              </a:defRPr>
            </a:pPr>
            <a:r>
              <a:rPr sz="1725" b="0">
                <a:solidFill>
                  <a:srgbClr val="465368"/>
                </a:solidFill>
                <a:latin typeface="Apple SD Gothic Neo"/>
                <a:ea typeface="Apple SD Gothic Neo"/>
                <a:cs typeface="Apple SD Gothic Neo"/>
              </a:rPr>
              <a:t>이동 경로에서 수호자를 검사하고 피해를 전달한다</a:t>
            </a:r>
          </a:p>
        </p:txBody>
      </p:sp>
      <p:pic>
        <p:nvPicPr>
          <p:cNvPr id="9" name="">
            <a:extLst xmlns:a="http://schemas.openxmlformats.org/drawingml/2006/main">
              <a:ext uri="{FF2B5EF4-FFF2-40B4-BE49-F238E27FC236}">
                <a16:creationId xmlns:a16="http://schemas.microsoft.com/office/drawing/2014/main" id="{39D6448D-7755-497C-8371-D103CACF195E}"/>
              </a:ext>
            </a:extLst>
          </p:cNvPr>
          <p:cNvPicPr>
            <a:picLocks xmlns:a="http://schemas.openxmlformats.org/drawingml/2006/main" noChangeAspect="1"/>
          </p:cNvPicPr>
          <p:nvPr/>
        </p:nvPicPr>
        <p:blipFill>
          <a:blip xmlns:r="http://schemas.openxmlformats.org/officeDocument/2006/relationships" xmlns:a="http://schemas.openxmlformats.org/drawingml/2006/main" r:embed="R825c8ab740bc4258"/>
          <a:stretch xmlns:a="http://schemas.openxmlformats.org/drawingml/2006/main"/>
        </p:blipFill>
        <p:spPr>
          <a:xfrm xmlns:a="http://schemas.openxmlformats.org/drawingml/2006/main">
            <a:off x="987545" y="3981450"/>
            <a:ext cx="3244610" cy="971550"/>
          </a:xfrm>
          <a:prstGeom xmlns:a="http://schemas.openxmlformats.org/drawingml/2006/main" prst="rect">
            <a:avLst/>
          </a:prstGeom>
        </p:spPr>
      </p:pic>
      <p:sp>
        <p:nvSpPr>
          <p:cNvPr id="10" name="KarmaAttackContact-role">
            <a:extLst xmlns:a="http://schemas.openxmlformats.org/drawingml/2006/main">
              <a:ext uri="{FF2B5EF4-FFF2-40B4-BE49-F238E27FC236}">
                <a16:creationId xmlns:a16="http://schemas.microsoft.com/office/drawing/2014/main" id="{7B3B8FEA-D059-4783-AC94-E2BC347A184D}"/>
              </a:ext>
            </a:extLst>
          </p:cNvPr>
          <p:cNvSpPr>
            <a:spLocks xmlns:a="http://schemas.openxmlformats.org/drawingml/2006/main" noGrp="1"/>
          </p:cNvSpPr>
          <p:nvPr/>
        </p:nvSpPr>
        <p:spPr>
          <a:xfrm xmlns:a="http://schemas.openxmlformats.org/drawingml/2006/main">
            <a:off x="5143500" y="4029075"/>
            <a:ext cx="628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1">
                <a:solidFill>
                  <a:srgbClr val="263348"/>
                </a:solidFill>
                <a:latin typeface="Apple SD Gothic Neo"/>
                <a:ea typeface="Apple SD Gothic Neo"/>
                <a:cs typeface="Apple SD Gothic Neo"/>
              </a:defRPr>
            </a:defPPr>
            <a:lvl1pPr algn="l">
              <a:buNone/>
              <a:defRPr sz="2025" b="1">
                <a:solidFill>
                  <a:srgbClr val="263348"/>
                </a:solidFill>
                <a:latin typeface="Apple SD Gothic Neo"/>
                <a:ea typeface="Apple SD Gothic Neo"/>
                <a:cs typeface="Apple SD Gothic Neo"/>
              </a:defRPr>
            </a:lvl1pPr>
            <a:lvl2pPr algn="l">
              <a:buNone/>
              <a:defRPr sz="2025" b="1">
                <a:solidFill>
                  <a:srgbClr val="263348"/>
                </a:solidFill>
                <a:latin typeface="Apple SD Gothic Neo"/>
                <a:ea typeface="Apple SD Gothic Neo"/>
                <a:cs typeface="Apple SD Gothic Neo"/>
              </a:defRPr>
            </a:lvl2pPr>
            <a:lvl3pPr algn="l">
              <a:buNone/>
              <a:defRPr sz="2025" b="1">
                <a:solidFill>
                  <a:srgbClr val="263348"/>
                </a:solidFill>
                <a:latin typeface="Apple SD Gothic Neo"/>
                <a:ea typeface="Apple SD Gothic Neo"/>
                <a:cs typeface="Apple SD Gothic Neo"/>
              </a:defRPr>
            </a:lvl3pPr>
            <a:lvl4pPr algn="l">
              <a:buNone/>
              <a:defRPr sz="2025" b="1">
                <a:solidFill>
                  <a:srgbClr val="263348"/>
                </a:solidFill>
                <a:latin typeface="Apple SD Gothic Neo"/>
                <a:ea typeface="Apple SD Gothic Neo"/>
                <a:cs typeface="Apple SD Gothic Neo"/>
              </a:defRPr>
            </a:lvl4pPr>
            <a:lvl5pPr algn="l">
              <a:buNone/>
              <a:defRPr sz="2025" b="1">
                <a:solidFill>
                  <a:srgbClr val="263348"/>
                </a:solidFill>
                <a:latin typeface="Apple SD Gothic Neo"/>
                <a:ea typeface="Apple SD Gothic Neo"/>
                <a:cs typeface="Apple SD Gothic Neo"/>
              </a:defRPr>
            </a:lvl5pPr>
            <a:lvl6pPr algn="l">
              <a:buNone/>
              <a:defRPr sz="2025" b="1">
                <a:solidFill>
                  <a:srgbClr val="263348"/>
                </a:solidFill>
                <a:latin typeface="Apple SD Gothic Neo"/>
                <a:ea typeface="Apple SD Gothic Neo"/>
                <a:cs typeface="Apple SD Gothic Neo"/>
              </a:defRPr>
            </a:lvl6pPr>
            <a:lvl7pPr algn="l">
              <a:buNone/>
              <a:defRPr sz="2025" b="1">
                <a:solidFill>
                  <a:srgbClr val="263348"/>
                </a:solidFill>
                <a:latin typeface="Apple SD Gothic Neo"/>
                <a:ea typeface="Apple SD Gothic Neo"/>
                <a:cs typeface="Apple SD Gothic Neo"/>
              </a:defRPr>
            </a:lvl7pPr>
            <a:lvl8pPr algn="l">
              <a:buNone/>
              <a:defRPr sz="2025" b="1">
                <a:solidFill>
                  <a:srgbClr val="263348"/>
                </a:solidFill>
                <a:latin typeface="Apple SD Gothic Neo"/>
                <a:ea typeface="Apple SD Gothic Neo"/>
                <a:cs typeface="Apple SD Gothic Neo"/>
              </a:defRPr>
            </a:lvl8pPr>
            <a:lvl9pPr algn="l">
              <a:buNone/>
              <a:defRPr sz="2025" b="1">
                <a:solidFill>
                  <a:srgbClr val="263348"/>
                </a:solidFill>
                <a:latin typeface="Apple SD Gothic Neo"/>
                <a:ea typeface="Apple SD Gothic Neo"/>
                <a:cs typeface="Apple SD Gothic Neo"/>
              </a:defRPr>
            </a:lvl9pPr>
          </a:lstStyle>
          <a:p xmlns:a="http://schemas.openxmlformats.org/drawingml/2006/main">
            <a:pPr algn="l">
              <a:buNone/>
              <a:defRPr sz="2025" b="1">
                <a:solidFill>
                  <a:srgbClr val="263348"/>
                </a:solidFill>
                <a:latin typeface="Apple SD Gothic Neo"/>
                <a:ea typeface="Apple SD Gothic Neo"/>
                <a:cs typeface="Apple SD Gothic Neo"/>
              </a:defRPr>
            </a:pPr>
            <a:r>
              <a:rPr sz="2025" b="1">
                <a:solidFill>
                  <a:srgbClr val="263348"/>
                </a:solidFill>
                <a:latin typeface="Apple SD Gothic Neo"/>
                <a:ea typeface="Apple SD Gothic Neo"/>
                <a:cs typeface="Apple SD Gothic Neo"/>
              </a:rPr>
              <a:t>한 시전의 접촉 기록</a:t>
            </a:r>
          </a:p>
        </p:txBody>
      </p:sp>
      <p:sp>
        <p:nvSpPr>
          <p:cNvPr id="11" name="KarmaAttackContact-body">
            <a:extLst xmlns:a="http://schemas.openxmlformats.org/drawingml/2006/main">
              <a:ext uri="{FF2B5EF4-FFF2-40B4-BE49-F238E27FC236}">
                <a16:creationId xmlns:a16="http://schemas.microsoft.com/office/drawing/2014/main" id="{90B2A790-F2CC-4495-9BAD-86E8067235A4}"/>
              </a:ext>
            </a:extLst>
          </p:cNvPr>
          <p:cNvSpPr>
            <a:spLocks xmlns:a="http://schemas.openxmlformats.org/drawingml/2006/main" noGrp="1"/>
          </p:cNvSpPr>
          <p:nvPr/>
        </p:nvSpPr>
        <p:spPr>
          <a:xfrm xmlns:a="http://schemas.openxmlformats.org/drawingml/2006/main">
            <a:off x="5143500" y="4448175"/>
            <a:ext cx="628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465368"/>
                </a:solidFill>
                <a:latin typeface="Apple SD Gothic Neo"/>
                <a:ea typeface="Apple SD Gothic Neo"/>
                <a:cs typeface="Apple SD Gothic Neo"/>
              </a:defRPr>
            </a:defPPr>
            <a:lvl1pPr algn="l">
              <a:buNone/>
              <a:defRPr sz="1725" b="0">
                <a:solidFill>
                  <a:srgbClr val="465368"/>
                </a:solidFill>
                <a:latin typeface="Apple SD Gothic Neo"/>
                <a:ea typeface="Apple SD Gothic Neo"/>
                <a:cs typeface="Apple SD Gothic Neo"/>
              </a:defRPr>
            </a:lvl1pPr>
            <a:lvl2pPr algn="l">
              <a:buNone/>
              <a:defRPr sz="1725" b="0">
                <a:solidFill>
                  <a:srgbClr val="465368"/>
                </a:solidFill>
                <a:latin typeface="Apple SD Gothic Neo"/>
                <a:ea typeface="Apple SD Gothic Neo"/>
                <a:cs typeface="Apple SD Gothic Neo"/>
              </a:defRPr>
            </a:lvl2pPr>
            <a:lvl3pPr algn="l">
              <a:buNone/>
              <a:defRPr sz="1725" b="0">
                <a:solidFill>
                  <a:srgbClr val="465368"/>
                </a:solidFill>
                <a:latin typeface="Apple SD Gothic Neo"/>
                <a:ea typeface="Apple SD Gothic Neo"/>
                <a:cs typeface="Apple SD Gothic Neo"/>
              </a:defRPr>
            </a:lvl3pPr>
            <a:lvl4pPr algn="l">
              <a:buNone/>
              <a:defRPr sz="1725" b="0">
                <a:solidFill>
                  <a:srgbClr val="465368"/>
                </a:solidFill>
                <a:latin typeface="Apple SD Gothic Neo"/>
                <a:ea typeface="Apple SD Gothic Neo"/>
                <a:cs typeface="Apple SD Gothic Neo"/>
              </a:defRPr>
            </a:lvl4pPr>
            <a:lvl5pPr algn="l">
              <a:buNone/>
              <a:defRPr sz="1725" b="0">
                <a:solidFill>
                  <a:srgbClr val="465368"/>
                </a:solidFill>
                <a:latin typeface="Apple SD Gothic Neo"/>
                <a:ea typeface="Apple SD Gothic Neo"/>
                <a:cs typeface="Apple SD Gothic Neo"/>
              </a:defRPr>
            </a:lvl5pPr>
            <a:lvl6pPr algn="l">
              <a:buNone/>
              <a:defRPr sz="1725" b="0">
                <a:solidFill>
                  <a:srgbClr val="465368"/>
                </a:solidFill>
                <a:latin typeface="Apple SD Gothic Neo"/>
                <a:ea typeface="Apple SD Gothic Neo"/>
                <a:cs typeface="Apple SD Gothic Neo"/>
              </a:defRPr>
            </a:lvl6pPr>
            <a:lvl7pPr algn="l">
              <a:buNone/>
              <a:defRPr sz="1725" b="0">
                <a:solidFill>
                  <a:srgbClr val="465368"/>
                </a:solidFill>
                <a:latin typeface="Apple SD Gothic Neo"/>
                <a:ea typeface="Apple SD Gothic Neo"/>
                <a:cs typeface="Apple SD Gothic Neo"/>
              </a:defRPr>
            </a:lvl7pPr>
            <a:lvl8pPr algn="l">
              <a:buNone/>
              <a:defRPr sz="1725" b="0">
                <a:solidFill>
                  <a:srgbClr val="465368"/>
                </a:solidFill>
                <a:latin typeface="Apple SD Gothic Neo"/>
                <a:ea typeface="Apple SD Gothic Neo"/>
                <a:cs typeface="Apple SD Gothic Neo"/>
              </a:defRPr>
            </a:lvl8pPr>
            <a:lvl9pPr algn="l">
              <a:buNone/>
              <a:defRPr sz="1725" b="0">
                <a:solidFill>
                  <a:srgbClr val="465368"/>
                </a:solidFill>
                <a:latin typeface="Apple SD Gothic Neo"/>
                <a:ea typeface="Apple SD Gothic Neo"/>
                <a:cs typeface="Apple SD Gothic Neo"/>
              </a:defRPr>
            </a:lvl9pPr>
          </a:lstStyle>
          <a:p xmlns:a="http://schemas.openxmlformats.org/drawingml/2006/main">
            <a:pPr algn="l">
              <a:buNone/>
              <a:defRPr sz="1725" b="0">
                <a:solidFill>
                  <a:srgbClr val="465368"/>
                </a:solidFill>
                <a:latin typeface="Apple SD Gothic Neo"/>
                <a:ea typeface="Apple SD Gothic Neo"/>
                <a:cs typeface="Apple SD Gothic Neo"/>
              </a:defRPr>
            </a:pPr>
            <a:r>
              <a:rPr sz="1725" b="0">
                <a:solidFill>
                  <a:srgbClr val="465368"/>
                </a:solidFill>
                <a:latin typeface="Apple SD Gothic Neo"/>
                <a:ea typeface="Apple SD Gothic Neo"/>
                <a:cs typeface="Apple SD Gothic Neo"/>
              </a:rPr>
              <a:t>여러 파편이 공유하는 공격의 접촉을 한 번만 처리한다</a:t>
            </a:r>
          </a:p>
        </p:txBody>
      </p:sp>
      <p:pic>
        <p:nvPicPr>
          <p:cNvPr id="12" name="">
            <a:extLst xmlns:a="http://schemas.openxmlformats.org/drawingml/2006/main">
              <a:ext uri="{FF2B5EF4-FFF2-40B4-BE49-F238E27FC236}">
                <a16:creationId xmlns:a16="http://schemas.microsoft.com/office/drawing/2014/main" id="{0107AB85-8B20-4B8A-92C6-C95AAAAA70A9}"/>
              </a:ext>
            </a:extLst>
          </p:cNvPr>
          <p:cNvPicPr>
            <a:picLocks xmlns:a="http://schemas.openxmlformats.org/drawingml/2006/main" noChangeAspect="1"/>
          </p:cNvPicPr>
          <p:nvPr/>
        </p:nvPicPr>
        <p:blipFill>
          <a:blip xmlns:r="http://schemas.openxmlformats.org/officeDocument/2006/relationships" xmlns:a="http://schemas.openxmlformats.org/drawingml/2006/main" r:embed="Rc24e8a326c694869"/>
          <a:stretch xmlns:a="http://schemas.openxmlformats.org/drawingml/2006/main"/>
        </p:blipFill>
        <p:spPr>
          <a:xfrm xmlns:a="http://schemas.openxmlformats.org/drawingml/2006/main">
            <a:off x="969214" y="5086350"/>
            <a:ext cx="3281273" cy="971550"/>
          </a:xfrm>
          <a:prstGeom xmlns:a="http://schemas.openxmlformats.org/drawingml/2006/main" prst="rect">
            <a:avLst/>
          </a:prstGeom>
        </p:spPr>
      </p:pic>
      <p:sp>
        <p:nvSpPr>
          <p:cNvPr id="13" name="KarmaBossGeometry-role">
            <a:extLst xmlns:a="http://schemas.openxmlformats.org/drawingml/2006/main">
              <a:ext uri="{FF2B5EF4-FFF2-40B4-BE49-F238E27FC236}">
                <a16:creationId xmlns:a16="http://schemas.microsoft.com/office/drawing/2014/main" id="{5A183CB4-835B-43D9-9C19-C6764378A222}"/>
              </a:ext>
            </a:extLst>
          </p:cNvPr>
          <p:cNvSpPr>
            <a:spLocks xmlns:a="http://schemas.openxmlformats.org/drawingml/2006/main" noGrp="1"/>
          </p:cNvSpPr>
          <p:nvPr/>
        </p:nvSpPr>
        <p:spPr>
          <a:xfrm xmlns:a="http://schemas.openxmlformats.org/drawingml/2006/main">
            <a:off x="5143500" y="5133975"/>
            <a:ext cx="628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1">
                <a:solidFill>
                  <a:srgbClr val="263348"/>
                </a:solidFill>
                <a:latin typeface="Apple SD Gothic Neo"/>
                <a:ea typeface="Apple SD Gothic Neo"/>
                <a:cs typeface="Apple SD Gothic Neo"/>
              </a:defRPr>
            </a:defPPr>
            <a:lvl1pPr algn="l">
              <a:buNone/>
              <a:defRPr sz="2025" b="1">
                <a:solidFill>
                  <a:srgbClr val="263348"/>
                </a:solidFill>
                <a:latin typeface="Apple SD Gothic Neo"/>
                <a:ea typeface="Apple SD Gothic Neo"/>
                <a:cs typeface="Apple SD Gothic Neo"/>
              </a:defRPr>
            </a:lvl1pPr>
            <a:lvl2pPr algn="l">
              <a:buNone/>
              <a:defRPr sz="2025" b="1">
                <a:solidFill>
                  <a:srgbClr val="263348"/>
                </a:solidFill>
                <a:latin typeface="Apple SD Gothic Neo"/>
                <a:ea typeface="Apple SD Gothic Neo"/>
                <a:cs typeface="Apple SD Gothic Neo"/>
              </a:defRPr>
            </a:lvl2pPr>
            <a:lvl3pPr algn="l">
              <a:buNone/>
              <a:defRPr sz="2025" b="1">
                <a:solidFill>
                  <a:srgbClr val="263348"/>
                </a:solidFill>
                <a:latin typeface="Apple SD Gothic Neo"/>
                <a:ea typeface="Apple SD Gothic Neo"/>
                <a:cs typeface="Apple SD Gothic Neo"/>
              </a:defRPr>
            </a:lvl3pPr>
            <a:lvl4pPr algn="l">
              <a:buNone/>
              <a:defRPr sz="2025" b="1">
                <a:solidFill>
                  <a:srgbClr val="263348"/>
                </a:solidFill>
                <a:latin typeface="Apple SD Gothic Neo"/>
                <a:ea typeface="Apple SD Gothic Neo"/>
                <a:cs typeface="Apple SD Gothic Neo"/>
              </a:defRPr>
            </a:lvl4pPr>
            <a:lvl5pPr algn="l">
              <a:buNone/>
              <a:defRPr sz="2025" b="1">
                <a:solidFill>
                  <a:srgbClr val="263348"/>
                </a:solidFill>
                <a:latin typeface="Apple SD Gothic Neo"/>
                <a:ea typeface="Apple SD Gothic Neo"/>
                <a:cs typeface="Apple SD Gothic Neo"/>
              </a:defRPr>
            </a:lvl5pPr>
            <a:lvl6pPr algn="l">
              <a:buNone/>
              <a:defRPr sz="2025" b="1">
                <a:solidFill>
                  <a:srgbClr val="263348"/>
                </a:solidFill>
                <a:latin typeface="Apple SD Gothic Neo"/>
                <a:ea typeface="Apple SD Gothic Neo"/>
                <a:cs typeface="Apple SD Gothic Neo"/>
              </a:defRPr>
            </a:lvl6pPr>
            <a:lvl7pPr algn="l">
              <a:buNone/>
              <a:defRPr sz="2025" b="1">
                <a:solidFill>
                  <a:srgbClr val="263348"/>
                </a:solidFill>
                <a:latin typeface="Apple SD Gothic Neo"/>
                <a:ea typeface="Apple SD Gothic Neo"/>
                <a:cs typeface="Apple SD Gothic Neo"/>
              </a:defRPr>
            </a:lvl7pPr>
            <a:lvl8pPr algn="l">
              <a:buNone/>
              <a:defRPr sz="2025" b="1">
                <a:solidFill>
                  <a:srgbClr val="263348"/>
                </a:solidFill>
                <a:latin typeface="Apple SD Gothic Neo"/>
                <a:ea typeface="Apple SD Gothic Neo"/>
                <a:cs typeface="Apple SD Gothic Neo"/>
              </a:defRPr>
            </a:lvl8pPr>
            <a:lvl9pPr algn="l">
              <a:buNone/>
              <a:defRPr sz="2025" b="1">
                <a:solidFill>
                  <a:srgbClr val="263348"/>
                </a:solidFill>
                <a:latin typeface="Apple SD Gothic Neo"/>
                <a:ea typeface="Apple SD Gothic Neo"/>
                <a:cs typeface="Apple SD Gothic Neo"/>
              </a:defRPr>
            </a:lvl9pPr>
          </a:lstStyle>
          <a:p xmlns:a="http://schemas.openxmlformats.org/drawingml/2006/main">
            <a:pPr algn="l">
              <a:buNone/>
              <a:defRPr sz="2025" b="1">
                <a:solidFill>
                  <a:srgbClr val="263348"/>
                </a:solidFill>
                <a:latin typeface="Apple SD Gothic Neo"/>
                <a:ea typeface="Apple SD Gothic Neo"/>
                <a:cs typeface="Apple SD Gothic Neo"/>
              </a:defRPr>
            </a:pPr>
            <a:r>
              <a:rPr sz="2025" b="1">
                <a:solidFill>
                  <a:srgbClr val="263348"/>
                </a:solidFill>
                <a:latin typeface="Apple SD Gothic Neo"/>
                <a:ea typeface="Apple SD Gothic Neo"/>
                <a:cs typeface="Apple SD Gothic Neo"/>
              </a:rPr>
              <a:t>이동 경로 충돌 검사</a:t>
            </a:r>
          </a:p>
        </p:txBody>
      </p:sp>
      <p:sp>
        <p:nvSpPr>
          <p:cNvPr id="14" name="KarmaBossGeometry-body">
            <a:extLst xmlns:a="http://schemas.openxmlformats.org/drawingml/2006/main">
              <a:ext uri="{FF2B5EF4-FFF2-40B4-BE49-F238E27FC236}">
                <a16:creationId xmlns:a16="http://schemas.microsoft.com/office/drawing/2014/main" id="{1CFF5908-257E-418E-93D3-5382FCC873D3}"/>
              </a:ext>
            </a:extLst>
          </p:cNvPr>
          <p:cNvSpPr>
            <a:spLocks xmlns:a="http://schemas.openxmlformats.org/drawingml/2006/main" noGrp="1"/>
          </p:cNvSpPr>
          <p:nvPr/>
        </p:nvSpPr>
        <p:spPr>
          <a:xfrm xmlns:a="http://schemas.openxmlformats.org/drawingml/2006/main">
            <a:off x="5143500" y="5553075"/>
            <a:ext cx="628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465368"/>
                </a:solidFill>
                <a:latin typeface="Apple SD Gothic Neo"/>
                <a:ea typeface="Apple SD Gothic Neo"/>
                <a:cs typeface="Apple SD Gothic Neo"/>
              </a:defRPr>
            </a:defPPr>
            <a:lvl1pPr algn="l">
              <a:buNone/>
              <a:defRPr sz="1725" b="0">
                <a:solidFill>
                  <a:srgbClr val="465368"/>
                </a:solidFill>
                <a:latin typeface="Apple SD Gothic Neo"/>
                <a:ea typeface="Apple SD Gothic Neo"/>
                <a:cs typeface="Apple SD Gothic Neo"/>
              </a:defRPr>
            </a:lvl1pPr>
            <a:lvl2pPr algn="l">
              <a:buNone/>
              <a:defRPr sz="1725" b="0">
                <a:solidFill>
                  <a:srgbClr val="465368"/>
                </a:solidFill>
                <a:latin typeface="Apple SD Gothic Neo"/>
                <a:ea typeface="Apple SD Gothic Neo"/>
                <a:cs typeface="Apple SD Gothic Neo"/>
              </a:defRPr>
            </a:lvl2pPr>
            <a:lvl3pPr algn="l">
              <a:buNone/>
              <a:defRPr sz="1725" b="0">
                <a:solidFill>
                  <a:srgbClr val="465368"/>
                </a:solidFill>
                <a:latin typeface="Apple SD Gothic Neo"/>
                <a:ea typeface="Apple SD Gothic Neo"/>
                <a:cs typeface="Apple SD Gothic Neo"/>
              </a:defRPr>
            </a:lvl3pPr>
            <a:lvl4pPr algn="l">
              <a:buNone/>
              <a:defRPr sz="1725" b="0">
                <a:solidFill>
                  <a:srgbClr val="465368"/>
                </a:solidFill>
                <a:latin typeface="Apple SD Gothic Neo"/>
                <a:ea typeface="Apple SD Gothic Neo"/>
                <a:cs typeface="Apple SD Gothic Neo"/>
              </a:defRPr>
            </a:lvl4pPr>
            <a:lvl5pPr algn="l">
              <a:buNone/>
              <a:defRPr sz="1725" b="0">
                <a:solidFill>
                  <a:srgbClr val="465368"/>
                </a:solidFill>
                <a:latin typeface="Apple SD Gothic Neo"/>
                <a:ea typeface="Apple SD Gothic Neo"/>
                <a:cs typeface="Apple SD Gothic Neo"/>
              </a:defRPr>
            </a:lvl5pPr>
            <a:lvl6pPr algn="l">
              <a:buNone/>
              <a:defRPr sz="1725" b="0">
                <a:solidFill>
                  <a:srgbClr val="465368"/>
                </a:solidFill>
                <a:latin typeface="Apple SD Gothic Neo"/>
                <a:ea typeface="Apple SD Gothic Neo"/>
                <a:cs typeface="Apple SD Gothic Neo"/>
              </a:defRPr>
            </a:lvl6pPr>
            <a:lvl7pPr algn="l">
              <a:buNone/>
              <a:defRPr sz="1725" b="0">
                <a:solidFill>
                  <a:srgbClr val="465368"/>
                </a:solidFill>
                <a:latin typeface="Apple SD Gothic Neo"/>
                <a:ea typeface="Apple SD Gothic Neo"/>
                <a:cs typeface="Apple SD Gothic Neo"/>
              </a:defRPr>
            </a:lvl7pPr>
            <a:lvl8pPr algn="l">
              <a:buNone/>
              <a:defRPr sz="1725" b="0">
                <a:solidFill>
                  <a:srgbClr val="465368"/>
                </a:solidFill>
                <a:latin typeface="Apple SD Gothic Neo"/>
                <a:ea typeface="Apple SD Gothic Neo"/>
                <a:cs typeface="Apple SD Gothic Neo"/>
              </a:defRPr>
            </a:lvl8pPr>
            <a:lvl9pPr algn="l">
              <a:buNone/>
              <a:defRPr sz="1725" b="0">
                <a:solidFill>
                  <a:srgbClr val="465368"/>
                </a:solidFill>
                <a:latin typeface="Apple SD Gothic Neo"/>
                <a:ea typeface="Apple SD Gothic Neo"/>
                <a:cs typeface="Apple SD Gothic Neo"/>
              </a:defRPr>
            </a:lvl9pPr>
          </a:lstStyle>
          <a:p xmlns:a="http://schemas.openxmlformats.org/drawingml/2006/main">
            <a:pPr algn="l">
              <a:buNone/>
              <a:defRPr sz="1725" b="0">
                <a:solidFill>
                  <a:srgbClr val="465368"/>
                </a:solidFill>
                <a:latin typeface="Apple SD Gothic Neo"/>
                <a:ea typeface="Apple SD Gothic Neo"/>
                <a:cs typeface="Apple SD Gothic Neo"/>
              </a:defRPr>
            </a:pPr>
            <a:r>
              <a:rPr sz="1725" b="0">
                <a:solidFill>
                  <a:srgbClr val="465368"/>
                </a:solidFill>
                <a:latin typeface="Apple SD Gothic Neo"/>
                <a:ea typeface="Apple SD Gothic Neo"/>
                <a:cs typeface="Apple SD Gothic Neo"/>
              </a:rPr>
              <a:t>시작점과 끝점 사이를 검사해 빠른 공격이 대상을 통과하는 문제를 줄인다</a:t>
            </a:r>
          </a:p>
        </p:txBody>
      </p:sp>
      <p:sp>
        <p:nvSpPr>
          <p:cNvPr id="15" name="footer">
            <a:extLst xmlns:a="http://schemas.openxmlformats.org/drawingml/2006/main">
              <a:ext uri="{FF2B5EF4-FFF2-40B4-BE49-F238E27FC236}">
                <a16:creationId xmlns:a16="http://schemas.microsoft.com/office/drawing/2014/main" id="{F14BC15A-D467-4EB1-BB9C-304B698D298F}"/>
              </a:ext>
            </a:extLst>
          </p:cNvPr>
          <p:cNvSpPr>
            <a:spLocks xmlns:a="http://schemas.openxmlformats.org/drawingml/2006/main" noGrp="1"/>
          </p:cNvSpPr>
          <p:nvPr/>
        </p:nvSpPr>
        <p:spPr>
          <a:xfrm xmlns:a="http://schemas.openxmlformats.org/drawingml/2006/main">
            <a:off x="609600" y="64389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0">
                <a:solidFill>
                  <a:srgbClr val="768194"/>
                </a:solidFill>
                <a:latin typeface="Apple SD Gothic Neo"/>
                <a:ea typeface="Apple SD Gothic Neo"/>
                <a:cs typeface="Apple SD Gothic Neo"/>
              </a:defRPr>
            </a:defPPr>
            <a:lvl1pPr algn="l">
              <a:buNone/>
              <a:defRPr sz="1200" b="0">
                <a:solidFill>
                  <a:srgbClr val="768194"/>
                </a:solidFill>
                <a:latin typeface="Apple SD Gothic Neo"/>
                <a:ea typeface="Apple SD Gothic Neo"/>
                <a:cs typeface="Apple SD Gothic Neo"/>
              </a:defRPr>
            </a:lvl1pPr>
            <a:lvl2pPr algn="l">
              <a:buNone/>
              <a:defRPr sz="1200" b="0">
                <a:solidFill>
                  <a:srgbClr val="768194"/>
                </a:solidFill>
                <a:latin typeface="Apple SD Gothic Neo"/>
                <a:ea typeface="Apple SD Gothic Neo"/>
                <a:cs typeface="Apple SD Gothic Neo"/>
              </a:defRPr>
            </a:lvl2pPr>
            <a:lvl3pPr algn="l">
              <a:buNone/>
              <a:defRPr sz="1200" b="0">
                <a:solidFill>
                  <a:srgbClr val="768194"/>
                </a:solidFill>
                <a:latin typeface="Apple SD Gothic Neo"/>
                <a:ea typeface="Apple SD Gothic Neo"/>
                <a:cs typeface="Apple SD Gothic Neo"/>
              </a:defRPr>
            </a:lvl3pPr>
            <a:lvl4pPr algn="l">
              <a:buNone/>
              <a:defRPr sz="1200" b="0">
                <a:solidFill>
                  <a:srgbClr val="768194"/>
                </a:solidFill>
                <a:latin typeface="Apple SD Gothic Neo"/>
                <a:ea typeface="Apple SD Gothic Neo"/>
                <a:cs typeface="Apple SD Gothic Neo"/>
              </a:defRPr>
            </a:lvl4pPr>
            <a:lvl5pPr algn="l">
              <a:buNone/>
              <a:defRPr sz="1200" b="0">
                <a:solidFill>
                  <a:srgbClr val="768194"/>
                </a:solidFill>
                <a:latin typeface="Apple SD Gothic Neo"/>
                <a:ea typeface="Apple SD Gothic Neo"/>
                <a:cs typeface="Apple SD Gothic Neo"/>
              </a:defRPr>
            </a:lvl5pPr>
            <a:lvl6pPr algn="l">
              <a:buNone/>
              <a:defRPr sz="1200" b="0">
                <a:solidFill>
                  <a:srgbClr val="768194"/>
                </a:solidFill>
                <a:latin typeface="Apple SD Gothic Neo"/>
                <a:ea typeface="Apple SD Gothic Neo"/>
                <a:cs typeface="Apple SD Gothic Neo"/>
              </a:defRPr>
            </a:lvl6pPr>
            <a:lvl7pPr algn="l">
              <a:buNone/>
              <a:defRPr sz="1200" b="0">
                <a:solidFill>
                  <a:srgbClr val="768194"/>
                </a:solidFill>
                <a:latin typeface="Apple SD Gothic Neo"/>
                <a:ea typeface="Apple SD Gothic Neo"/>
                <a:cs typeface="Apple SD Gothic Neo"/>
              </a:defRPr>
            </a:lvl7pPr>
            <a:lvl8pPr algn="l">
              <a:buNone/>
              <a:defRPr sz="1200" b="0">
                <a:solidFill>
                  <a:srgbClr val="768194"/>
                </a:solidFill>
                <a:latin typeface="Apple SD Gothic Neo"/>
                <a:ea typeface="Apple SD Gothic Neo"/>
                <a:cs typeface="Apple SD Gothic Neo"/>
              </a:defRPr>
            </a:lvl8pPr>
            <a:lvl9pPr algn="l">
              <a:buNone/>
              <a:defRPr sz="1200" b="0">
                <a:solidFill>
                  <a:srgbClr val="768194"/>
                </a:solidFill>
                <a:latin typeface="Apple SD Gothic Neo"/>
                <a:ea typeface="Apple SD Gothic Neo"/>
                <a:cs typeface="Apple SD Gothic Neo"/>
              </a:defRPr>
            </a:lvl9pPr>
          </a:lstStyle>
          <a:p xmlns:a="http://schemas.openxmlformats.org/drawingml/2006/main">
            <a:pPr algn="l">
              <a:buNone/>
              <a:defRPr sz="1200" b="0">
                <a:solidFill>
                  <a:srgbClr val="768194"/>
                </a:solidFill>
                <a:latin typeface="Apple SD Gothic Neo"/>
                <a:ea typeface="Apple SD Gothic Neo"/>
                <a:cs typeface="Apple SD Gothic Neo"/>
              </a:defRPr>
            </a:pPr>
            <a:r>
              <a:rPr sz="1200" b="0">
                <a:solidFill>
                  <a:srgbClr val="768194"/>
                </a:solidFill>
                <a:latin typeface="Apple SD Gothic Neo"/>
                <a:ea typeface="Apple SD Gothic Neo"/>
                <a:cs typeface="Apple SD Gothic Neo"/>
              </a:rPr>
              <a:t>원본 자동 생성 PNG 발췌</a:t>
            </a:r>
          </a:p>
        </p:txBody>
      </p:sp>
      <p:sp>
        <p:nvSpPr>
          <p:cNvPr id="16" name="page">
            <a:extLst xmlns:a="http://schemas.openxmlformats.org/drawingml/2006/main">
              <a:ext uri="{FF2B5EF4-FFF2-40B4-BE49-F238E27FC236}">
                <a16:creationId xmlns:a16="http://schemas.microsoft.com/office/drawing/2014/main" id="{CDFED9C6-45F2-4B90-8F05-53741C9739B6}"/>
              </a:ext>
            </a:extLst>
          </p:cNvPr>
          <p:cNvSpPr>
            <a:spLocks xmlns:a="http://schemas.openxmlformats.org/drawingml/2006/main" noGrp="1"/>
          </p:cNvSpPr>
          <p:nvPr/>
        </p:nvSpPr>
        <p:spPr>
          <a:xfrm xmlns:a="http://schemas.openxmlformats.org/drawingml/2006/main">
            <a:off x="1104900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0">
                <a:solidFill>
                  <a:srgbClr val="768194"/>
                </a:solidFill>
                <a:latin typeface="Apple SD Gothic Neo"/>
                <a:ea typeface="Apple SD Gothic Neo"/>
                <a:cs typeface="Apple SD Gothic Neo"/>
              </a:defRPr>
            </a:defPPr>
            <a:lvl1pPr algn="l">
              <a:buNone/>
              <a:defRPr sz="1200" b="0">
                <a:solidFill>
                  <a:srgbClr val="768194"/>
                </a:solidFill>
                <a:latin typeface="Apple SD Gothic Neo"/>
                <a:ea typeface="Apple SD Gothic Neo"/>
                <a:cs typeface="Apple SD Gothic Neo"/>
              </a:defRPr>
            </a:lvl1pPr>
            <a:lvl2pPr algn="l">
              <a:buNone/>
              <a:defRPr sz="1200" b="0">
                <a:solidFill>
                  <a:srgbClr val="768194"/>
                </a:solidFill>
                <a:latin typeface="Apple SD Gothic Neo"/>
                <a:ea typeface="Apple SD Gothic Neo"/>
                <a:cs typeface="Apple SD Gothic Neo"/>
              </a:defRPr>
            </a:lvl2pPr>
            <a:lvl3pPr algn="l">
              <a:buNone/>
              <a:defRPr sz="1200" b="0">
                <a:solidFill>
                  <a:srgbClr val="768194"/>
                </a:solidFill>
                <a:latin typeface="Apple SD Gothic Neo"/>
                <a:ea typeface="Apple SD Gothic Neo"/>
                <a:cs typeface="Apple SD Gothic Neo"/>
              </a:defRPr>
            </a:lvl3pPr>
            <a:lvl4pPr algn="l">
              <a:buNone/>
              <a:defRPr sz="1200" b="0">
                <a:solidFill>
                  <a:srgbClr val="768194"/>
                </a:solidFill>
                <a:latin typeface="Apple SD Gothic Neo"/>
                <a:ea typeface="Apple SD Gothic Neo"/>
                <a:cs typeface="Apple SD Gothic Neo"/>
              </a:defRPr>
            </a:lvl4pPr>
            <a:lvl5pPr algn="l">
              <a:buNone/>
              <a:defRPr sz="1200" b="0">
                <a:solidFill>
                  <a:srgbClr val="768194"/>
                </a:solidFill>
                <a:latin typeface="Apple SD Gothic Neo"/>
                <a:ea typeface="Apple SD Gothic Neo"/>
                <a:cs typeface="Apple SD Gothic Neo"/>
              </a:defRPr>
            </a:lvl5pPr>
            <a:lvl6pPr algn="l">
              <a:buNone/>
              <a:defRPr sz="1200" b="0">
                <a:solidFill>
                  <a:srgbClr val="768194"/>
                </a:solidFill>
                <a:latin typeface="Apple SD Gothic Neo"/>
                <a:ea typeface="Apple SD Gothic Neo"/>
                <a:cs typeface="Apple SD Gothic Neo"/>
              </a:defRPr>
            </a:lvl6pPr>
            <a:lvl7pPr algn="l">
              <a:buNone/>
              <a:defRPr sz="1200" b="0">
                <a:solidFill>
                  <a:srgbClr val="768194"/>
                </a:solidFill>
                <a:latin typeface="Apple SD Gothic Neo"/>
                <a:ea typeface="Apple SD Gothic Neo"/>
                <a:cs typeface="Apple SD Gothic Neo"/>
              </a:defRPr>
            </a:lvl7pPr>
            <a:lvl8pPr algn="l">
              <a:buNone/>
              <a:defRPr sz="1200" b="0">
                <a:solidFill>
                  <a:srgbClr val="768194"/>
                </a:solidFill>
                <a:latin typeface="Apple SD Gothic Neo"/>
                <a:ea typeface="Apple SD Gothic Neo"/>
                <a:cs typeface="Apple SD Gothic Neo"/>
              </a:defRPr>
            </a:lvl8pPr>
            <a:lvl9pPr algn="l">
              <a:buNone/>
              <a:defRPr sz="1200" b="0">
                <a:solidFill>
                  <a:srgbClr val="768194"/>
                </a:solidFill>
                <a:latin typeface="Apple SD Gothic Neo"/>
                <a:ea typeface="Apple SD Gothic Neo"/>
                <a:cs typeface="Apple SD Gothic Neo"/>
              </a:defRPr>
            </a:lvl9pPr>
          </a:lstStyle>
          <a:p xmlns:a="http://schemas.openxmlformats.org/drawingml/2006/main">
            <a:pPr algn="l">
              <a:buNone/>
              <a:defRPr sz="1200" b="0">
                <a:solidFill>
                  <a:srgbClr val="768194"/>
                </a:solidFill>
                <a:latin typeface="Apple SD Gothic Neo"/>
                <a:ea typeface="Apple SD Gothic Neo"/>
                <a:cs typeface="Apple SD Gothic Neo"/>
              </a:defRPr>
            </a:pPr>
            <a:r>
              <a:rPr sz="1200" b="0">
                <a:solidFill>
                  <a:srgbClr val="768194"/>
                </a:solidFill>
                <a:latin typeface="Apple SD Gothic Neo"/>
                <a:ea typeface="Apple SD Gothic Neo"/>
                <a:cs typeface="Apple SD Gothic Neo"/>
              </a:rPr>
              <a:t>07</a:t>
            </a:r>
          </a:p>
        </p:txBody>
      </p:sp>
    </p:spTree>
    <p:extLst>
      <p:ext uri="{BB962C8B-B14F-4D97-AF65-F5344CB8AC3E}">
        <p14:creationId xmlns:p14="http://schemas.microsoft.com/office/powerpoint/2010/main" val="522223183"/>
      </p:ext>
    </p:extLst>
  </p:cSld>
</p:sld>
</file>

<file path=ppt/slides/slide8.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55503D0D-E13A-411F-B3F9-3829EE6C885B}"/>
              </a:ext>
            </a:extLst>
          </p:cNvPr>
          <p:cNvSpPr>
            <a:spLocks xmlns:a="http://schemas.openxmlformats.org/drawingml/2006/main" noGrp="1"/>
          </p:cNvSpPr>
          <p:nvPr/>
        </p:nvSpPr>
        <p:spPr>
          <a:xfrm xmlns:a="http://schemas.openxmlformats.org/drawingml/2006/main">
            <a:off x="609600" y="3619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b="1">
                <a:solidFill>
                  <a:srgbClr val="18283D"/>
                </a:solidFill>
                <a:latin typeface="Apple SD Gothic Neo"/>
                <a:ea typeface="Apple SD Gothic Neo"/>
                <a:cs typeface="Apple SD Gothic Neo"/>
              </a:defRPr>
            </a:defPPr>
            <a:lvl1pPr algn="l">
              <a:buNone/>
              <a:defRPr sz="3000" b="1">
                <a:solidFill>
                  <a:srgbClr val="18283D"/>
                </a:solidFill>
                <a:latin typeface="Apple SD Gothic Neo"/>
                <a:ea typeface="Apple SD Gothic Neo"/>
                <a:cs typeface="Apple SD Gothic Neo"/>
              </a:defRPr>
            </a:lvl1pPr>
            <a:lvl2pPr algn="l">
              <a:buNone/>
              <a:defRPr sz="3000" b="1">
                <a:solidFill>
                  <a:srgbClr val="18283D"/>
                </a:solidFill>
                <a:latin typeface="Apple SD Gothic Neo"/>
                <a:ea typeface="Apple SD Gothic Neo"/>
                <a:cs typeface="Apple SD Gothic Neo"/>
              </a:defRPr>
            </a:lvl2pPr>
            <a:lvl3pPr algn="l">
              <a:buNone/>
              <a:defRPr sz="3000" b="1">
                <a:solidFill>
                  <a:srgbClr val="18283D"/>
                </a:solidFill>
                <a:latin typeface="Apple SD Gothic Neo"/>
                <a:ea typeface="Apple SD Gothic Neo"/>
                <a:cs typeface="Apple SD Gothic Neo"/>
              </a:defRPr>
            </a:lvl3pPr>
            <a:lvl4pPr algn="l">
              <a:buNone/>
              <a:defRPr sz="3000" b="1">
                <a:solidFill>
                  <a:srgbClr val="18283D"/>
                </a:solidFill>
                <a:latin typeface="Apple SD Gothic Neo"/>
                <a:ea typeface="Apple SD Gothic Neo"/>
                <a:cs typeface="Apple SD Gothic Neo"/>
              </a:defRPr>
            </a:lvl4pPr>
            <a:lvl5pPr algn="l">
              <a:buNone/>
              <a:defRPr sz="3000" b="1">
                <a:solidFill>
                  <a:srgbClr val="18283D"/>
                </a:solidFill>
                <a:latin typeface="Apple SD Gothic Neo"/>
                <a:ea typeface="Apple SD Gothic Neo"/>
                <a:cs typeface="Apple SD Gothic Neo"/>
              </a:defRPr>
            </a:lvl5pPr>
            <a:lvl6pPr algn="l">
              <a:buNone/>
              <a:defRPr sz="3000" b="1">
                <a:solidFill>
                  <a:srgbClr val="18283D"/>
                </a:solidFill>
                <a:latin typeface="Apple SD Gothic Neo"/>
                <a:ea typeface="Apple SD Gothic Neo"/>
                <a:cs typeface="Apple SD Gothic Neo"/>
              </a:defRPr>
            </a:lvl6pPr>
            <a:lvl7pPr algn="l">
              <a:buNone/>
              <a:defRPr sz="3000" b="1">
                <a:solidFill>
                  <a:srgbClr val="18283D"/>
                </a:solidFill>
                <a:latin typeface="Apple SD Gothic Neo"/>
                <a:ea typeface="Apple SD Gothic Neo"/>
                <a:cs typeface="Apple SD Gothic Neo"/>
              </a:defRPr>
            </a:lvl7pPr>
            <a:lvl8pPr algn="l">
              <a:buNone/>
              <a:defRPr sz="3000" b="1">
                <a:solidFill>
                  <a:srgbClr val="18283D"/>
                </a:solidFill>
                <a:latin typeface="Apple SD Gothic Neo"/>
                <a:ea typeface="Apple SD Gothic Neo"/>
                <a:cs typeface="Apple SD Gothic Neo"/>
              </a:defRPr>
            </a:lvl8pPr>
            <a:lvl9pPr algn="l">
              <a:buNone/>
              <a:defRPr sz="3000" b="1">
                <a:solidFill>
                  <a:srgbClr val="18283D"/>
                </a:solidFill>
                <a:latin typeface="Apple SD Gothic Neo"/>
                <a:ea typeface="Apple SD Gothic Neo"/>
                <a:cs typeface="Apple SD Gothic Neo"/>
              </a:defRPr>
            </a:lvl9pPr>
          </a:lstStyle>
          <a:p xmlns:a="http://schemas.openxmlformats.org/drawingml/2006/main">
            <a:pPr algn="l">
              <a:buNone/>
              <a:defRPr sz="3000" b="1">
                <a:solidFill>
                  <a:srgbClr val="18283D"/>
                </a:solidFill>
                <a:latin typeface="Apple SD Gothic Neo"/>
                <a:ea typeface="Apple SD Gothic Neo"/>
                <a:cs typeface="Apple SD Gothic Neo"/>
              </a:defRPr>
            </a:pPr>
            <a:r>
              <a:rPr sz="3000" b="1">
                <a:solidFill>
                  <a:srgbClr val="18283D"/>
                </a:solidFill>
                <a:latin typeface="Apple SD Gothic Neo"/>
                <a:ea typeface="Apple SD Gothic Neo"/>
                <a:cs typeface="Apple SD Gothic Neo"/>
              </a:rPr>
              <a:t>게임 수치와 이미지 설정</a:t>
            </a:r>
          </a:p>
        </p:txBody>
      </p:sp>
      <p:sp>
        <p:nvSpPr>
          <p:cNvPr id="2" name="subtitle">
            <a:extLst xmlns:a="http://schemas.openxmlformats.org/drawingml/2006/main">
              <a:ext uri="{FF2B5EF4-FFF2-40B4-BE49-F238E27FC236}">
                <a16:creationId xmlns:a16="http://schemas.microsoft.com/office/drawing/2014/main" id="{1B3F143E-2ADD-42A5-B0D7-F71C8CB5799A}"/>
              </a:ext>
            </a:extLst>
          </p:cNvPr>
          <p:cNvSpPr>
            <a:spLocks xmlns:a="http://schemas.openxmlformats.org/drawingml/2006/main" noGrp="1"/>
          </p:cNvSpPr>
          <p:nvPr/>
        </p:nvSpPr>
        <p:spPr>
          <a:xfrm xmlns:a="http://schemas.openxmlformats.org/drawingml/2006/main">
            <a:off x="609600" y="102870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526075"/>
                </a:solidFill>
                <a:latin typeface="Apple SD Gothic Neo"/>
                <a:ea typeface="Apple SD Gothic Neo"/>
                <a:cs typeface="Apple SD Gothic Neo"/>
              </a:defRPr>
            </a:defPPr>
            <a:lvl1pPr algn="l">
              <a:buNone/>
              <a:defRPr sz="1725" b="0">
                <a:solidFill>
                  <a:srgbClr val="526075"/>
                </a:solidFill>
                <a:latin typeface="Apple SD Gothic Neo"/>
                <a:ea typeface="Apple SD Gothic Neo"/>
                <a:cs typeface="Apple SD Gothic Neo"/>
              </a:defRPr>
            </a:lvl1pPr>
            <a:lvl2pPr algn="l">
              <a:buNone/>
              <a:defRPr sz="1725" b="0">
                <a:solidFill>
                  <a:srgbClr val="526075"/>
                </a:solidFill>
                <a:latin typeface="Apple SD Gothic Neo"/>
                <a:ea typeface="Apple SD Gothic Neo"/>
                <a:cs typeface="Apple SD Gothic Neo"/>
              </a:defRPr>
            </a:lvl2pPr>
            <a:lvl3pPr algn="l">
              <a:buNone/>
              <a:defRPr sz="1725" b="0">
                <a:solidFill>
                  <a:srgbClr val="526075"/>
                </a:solidFill>
                <a:latin typeface="Apple SD Gothic Neo"/>
                <a:ea typeface="Apple SD Gothic Neo"/>
                <a:cs typeface="Apple SD Gothic Neo"/>
              </a:defRPr>
            </a:lvl3pPr>
            <a:lvl4pPr algn="l">
              <a:buNone/>
              <a:defRPr sz="1725" b="0">
                <a:solidFill>
                  <a:srgbClr val="526075"/>
                </a:solidFill>
                <a:latin typeface="Apple SD Gothic Neo"/>
                <a:ea typeface="Apple SD Gothic Neo"/>
                <a:cs typeface="Apple SD Gothic Neo"/>
              </a:defRPr>
            </a:lvl4pPr>
            <a:lvl5pPr algn="l">
              <a:buNone/>
              <a:defRPr sz="1725" b="0">
                <a:solidFill>
                  <a:srgbClr val="526075"/>
                </a:solidFill>
                <a:latin typeface="Apple SD Gothic Neo"/>
                <a:ea typeface="Apple SD Gothic Neo"/>
                <a:cs typeface="Apple SD Gothic Neo"/>
              </a:defRPr>
            </a:lvl5pPr>
            <a:lvl6pPr algn="l">
              <a:buNone/>
              <a:defRPr sz="1725" b="0">
                <a:solidFill>
                  <a:srgbClr val="526075"/>
                </a:solidFill>
                <a:latin typeface="Apple SD Gothic Neo"/>
                <a:ea typeface="Apple SD Gothic Neo"/>
                <a:cs typeface="Apple SD Gothic Neo"/>
              </a:defRPr>
            </a:lvl6pPr>
            <a:lvl7pPr algn="l">
              <a:buNone/>
              <a:defRPr sz="1725" b="0">
                <a:solidFill>
                  <a:srgbClr val="526075"/>
                </a:solidFill>
                <a:latin typeface="Apple SD Gothic Neo"/>
                <a:ea typeface="Apple SD Gothic Neo"/>
                <a:cs typeface="Apple SD Gothic Neo"/>
              </a:defRPr>
            </a:lvl7pPr>
            <a:lvl8pPr algn="l">
              <a:buNone/>
              <a:defRPr sz="1725" b="0">
                <a:solidFill>
                  <a:srgbClr val="526075"/>
                </a:solidFill>
                <a:latin typeface="Apple SD Gothic Neo"/>
                <a:ea typeface="Apple SD Gothic Neo"/>
                <a:cs typeface="Apple SD Gothic Neo"/>
              </a:defRPr>
            </a:lvl8pPr>
            <a:lvl9pPr algn="l">
              <a:buNone/>
              <a:defRPr sz="1725" b="0">
                <a:solidFill>
                  <a:srgbClr val="526075"/>
                </a:solidFill>
                <a:latin typeface="Apple SD Gothic Neo"/>
                <a:ea typeface="Apple SD Gothic Neo"/>
                <a:cs typeface="Apple SD Gothic Neo"/>
              </a:defRPr>
            </a:lvl9pPr>
          </a:lstStyle>
          <a:p xmlns:a="http://schemas.openxmlformats.org/drawingml/2006/main">
            <a:pPr algn="l">
              <a:buNone/>
              <a:defRPr sz="1725" b="0">
                <a:solidFill>
                  <a:srgbClr val="526075"/>
                </a:solidFill>
                <a:latin typeface="Apple SD Gothic Neo"/>
                <a:ea typeface="Apple SD Gothic Neo"/>
                <a:cs typeface="Apple SD Gothic Neo"/>
              </a:defRPr>
            </a:pPr>
            <a:r>
              <a:rPr sz="1725" b="0">
                <a:solidFill>
                  <a:srgbClr val="526075"/>
                </a:solidFill>
                <a:latin typeface="Apple SD Gothic Neo"/>
                <a:ea typeface="Apple SD Gothic Neo"/>
                <a:cs typeface="Apple SD Gothic Neo"/>
              </a:rPr>
              <a:t>수치 설정과 이미지 에셋을 분리해 관리한다</a:t>
            </a:r>
          </a:p>
        </p:txBody>
      </p:sp>
      <p:sp>
        <p:nvSpPr>
          <p:cNvPr id="3" name="config-label">
            <a:extLst xmlns:a="http://schemas.openxmlformats.org/drawingml/2006/main">
              <a:ext uri="{FF2B5EF4-FFF2-40B4-BE49-F238E27FC236}">
                <a16:creationId xmlns:a16="http://schemas.microsoft.com/office/drawing/2014/main" id="{62A171D3-851D-4587-8FC5-11336934EC06}"/>
              </a:ext>
            </a:extLst>
          </p:cNvPr>
          <p:cNvSpPr>
            <a:spLocks xmlns:a="http://schemas.openxmlformats.org/drawingml/2006/main" noGrp="1"/>
          </p:cNvSpPr>
          <p:nvPr/>
        </p:nvSpPr>
        <p:spPr>
          <a:xfrm xmlns:a="http://schemas.openxmlformats.org/drawingml/2006/main">
            <a:off x="704850" y="17049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b="1">
                <a:solidFill>
                  <a:srgbClr val="263348"/>
                </a:solidFill>
                <a:latin typeface="Apple SD Gothic Neo"/>
                <a:ea typeface="Apple SD Gothic Neo"/>
                <a:cs typeface="Apple SD Gothic Neo"/>
              </a:defRPr>
            </a:defPPr>
            <a:lvl1pPr algn="l">
              <a:buNone/>
              <a:defRPr sz="2175" b="1">
                <a:solidFill>
                  <a:srgbClr val="263348"/>
                </a:solidFill>
                <a:latin typeface="Apple SD Gothic Neo"/>
                <a:ea typeface="Apple SD Gothic Neo"/>
                <a:cs typeface="Apple SD Gothic Neo"/>
              </a:defRPr>
            </a:lvl1pPr>
            <a:lvl2pPr algn="l">
              <a:buNone/>
              <a:defRPr sz="2175" b="1">
                <a:solidFill>
                  <a:srgbClr val="263348"/>
                </a:solidFill>
                <a:latin typeface="Apple SD Gothic Neo"/>
                <a:ea typeface="Apple SD Gothic Neo"/>
                <a:cs typeface="Apple SD Gothic Neo"/>
              </a:defRPr>
            </a:lvl2pPr>
            <a:lvl3pPr algn="l">
              <a:buNone/>
              <a:defRPr sz="2175" b="1">
                <a:solidFill>
                  <a:srgbClr val="263348"/>
                </a:solidFill>
                <a:latin typeface="Apple SD Gothic Neo"/>
                <a:ea typeface="Apple SD Gothic Neo"/>
                <a:cs typeface="Apple SD Gothic Neo"/>
              </a:defRPr>
            </a:lvl3pPr>
            <a:lvl4pPr algn="l">
              <a:buNone/>
              <a:defRPr sz="2175" b="1">
                <a:solidFill>
                  <a:srgbClr val="263348"/>
                </a:solidFill>
                <a:latin typeface="Apple SD Gothic Neo"/>
                <a:ea typeface="Apple SD Gothic Neo"/>
                <a:cs typeface="Apple SD Gothic Neo"/>
              </a:defRPr>
            </a:lvl4pPr>
            <a:lvl5pPr algn="l">
              <a:buNone/>
              <a:defRPr sz="2175" b="1">
                <a:solidFill>
                  <a:srgbClr val="263348"/>
                </a:solidFill>
                <a:latin typeface="Apple SD Gothic Neo"/>
                <a:ea typeface="Apple SD Gothic Neo"/>
                <a:cs typeface="Apple SD Gothic Neo"/>
              </a:defRPr>
            </a:lvl5pPr>
            <a:lvl6pPr algn="l">
              <a:buNone/>
              <a:defRPr sz="2175" b="1">
                <a:solidFill>
                  <a:srgbClr val="263348"/>
                </a:solidFill>
                <a:latin typeface="Apple SD Gothic Neo"/>
                <a:ea typeface="Apple SD Gothic Neo"/>
                <a:cs typeface="Apple SD Gothic Neo"/>
              </a:defRPr>
            </a:lvl6pPr>
            <a:lvl7pPr algn="l">
              <a:buNone/>
              <a:defRPr sz="2175" b="1">
                <a:solidFill>
                  <a:srgbClr val="263348"/>
                </a:solidFill>
                <a:latin typeface="Apple SD Gothic Neo"/>
                <a:ea typeface="Apple SD Gothic Neo"/>
                <a:cs typeface="Apple SD Gothic Neo"/>
              </a:defRPr>
            </a:lvl7pPr>
            <a:lvl8pPr algn="l">
              <a:buNone/>
              <a:defRPr sz="2175" b="1">
                <a:solidFill>
                  <a:srgbClr val="263348"/>
                </a:solidFill>
                <a:latin typeface="Apple SD Gothic Neo"/>
                <a:ea typeface="Apple SD Gothic Neo"/>
                <a:cs typeface="Apple SD Gothic Neo"/>
              </a:defRPr>
            </a:lvl8pPr>
            <a:lvl9pPr algn="l">
              <a:buNone/>
              <a:defRPr sz="2175" b="1">
                <a:solidFill>
                  <a:srgbClr val="263348"/>
                </a:solidFill>
                <a:latin typeface="Apple SD Gothic Neo"/>
                <a:ea typeface="Apple SD Gothic Neo"/>
                <a:cs typeface="Apple SD Gothic Neo"/>
              </a:defRPr>
            </a:lvl9pPr>
          </a:lstStyle>
          <a:p xmlns:a="http://schemas.openxmlformats.org/drawingml/2006/main">
            <a:pPr algn="l">
              <a:buNone/>
              <a:defRPr sz="2175" b="1">
                <a:solidFill>
                  <a:srgbClr val="263348"/>
                </a:solidFill>
                <a:latin typeface="Apple SD Gothic Neo"/>
                <a:ea typeface="Apple SD Gothic Neo"/>
                <a:cs typeface="Apple SD Gothic Neo"/>
              </a:defRPr>
            </a:pPr>
            <a:r>
              <a:rPr sz="2175" b="1">
                <a:solidFill>
                  <a:srgbClr val="263348"/>
                </a:solidFill>
                <a:latin typeface="Apple SD Gothic Neo"/>
                <a:ea typeface="Apple SD Gothic Neo"/>
                <a:cs typeface="Apple SD Gothic Neo"/>
              </a:rPr>
              <a:t>전투 수치</a:t>
            </a:r>
          </a:p>
        </p:txBody>
      </p:sp>
      <p:sp>
        <p:nvSpPr>
          <p:cNvPr id="4" name="art-label">
            <a:extLst xmlns:a="http://schemas.openxmlformats.org/drawingml/2006/main">
              <a:ext uri="{FF2B5EF4-FFF2-40B4-BE49-F238E27FC236}">
                <a16:creationId xmlns:a16="http://schemas.microsoft.com/office/drawing/2014/main" id="{694B947E-931A-4686-8F2E-8E8C8D0EC912}"/>
              </a:ext>
            </a:extLst>
          </p:cNvPr>
          <p:cNvSpPr>
            <a:spLocks xmlns:a="http://schemas.openxmlformats.org/drawingml/2006/main" noGrp="1"/>
          </p:cNvSpPr>
          <p:nvPr/>
        </p:nvSpPr>
        <p:spPr>
          <a:xfrm xmlns:a="http://schemas.openxmlformats.org/drawingml/2006/main">
            <a:off x="6667500" y="17049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b="1">
                <a:solidFill>
                  <a:srgbClr val="263348"/>
                </a:solidFill>
                <a:latin typeface="Apple SD Gothic Neo"/>
                <a:ea typeface="Apple SD Gothic Neo"/>
                <a:cs typeface="Apple SD Gothic Neo"/>
              </a:defRPr>
            </a:defPPr>
            <a:lvl1pPr algn="l">
              <a:buNone/>
              <a:defRPr sz="2175" b="1">
                <a:solidFill>
                  <a:srgbClr val="263348"/>
                </a:solidFill>
                <a:latin typeface="Apple SD Gothic Neo"/>
                <a:ea typeface="Apple SD Gothic Neo"/>
                <a:cs typeface="Apple SD Gothic Neo"/>
              </a:defRPr>
            </a:lvl1pPr>
            <a:lvl2pPr algn="l">
              <a:buNone/>
              <a:defRPr sz="2175" b="1">
                <a:solidFill>
                  <a:srgbClr val="263348"/>
                </a:solidFill>
                <a:latin typeface="Apple SD Gothic Neo"/>
                <a:ea typeface="Apple SD Gothic Neo"/>
                <a:cs typeface="Apple SD Gothic Neo"/>
              </a:defRPr>
            </a:lvl2pPr>
            <a:lvl3pPr algn="l">
              <a:buNone/>
              <a:defRPr sz="2175" b="1">
                <a:solidFill>
                  <a:srgbClr val="263348"/>
                </a:solidFill>
                <a:latin typeface="Apple SD Gothic Neo"/>
                <a:ea typeface="Apple SD Gothic Neo"/>
                <a:cs typeface="Apple SD Gothic Neo"/>
              </a:defRPr>
            </a:lvl3pPr>
            <a:lvl4pPr algn="l">
              <a:buNone/>
              <a:defRPr sz="2175" b="1">
                <a:solidFill>
                  <a:srgbClr val="263348"/>
                </a:solidFill>
                <a:latin typeface="Apple SD Gothic Neo"/>
                <a:ea typeface="Apple SD Gothic Neo"/>
                <a:cs typeface="Apple SD Gothic Neo"/>
              </a:defRPr>
            </a:lvl4pPr>
            <a:lvl5pPr algn="l">
              <a:buNone/>
              <a:defRPr sz="2175" b="1">
                <a:solidFill>
                  <a:srgbClr val="263348"/>
                </a:solidFill>
                <a:latin typeface="Apple SD Gothic Neo"/>
                <a:ea typeface="Apple SD Gothic Neo"/>
                <a:cs typeface="Apple SD Gothic Neo"/>
              </a:defRPr>
            </a:lvl5pPr>
            <a:lvl6pPr algn="l">
              <a:buNone/>
              <a:defRPr sz="2175" b="1">
                <a:solidFill>
                  <a:srgbClr val="263348"/>
                </a:solidFill>
                <a:latin typeface="Apple SD Gothic Neo"/>
                <a:ea typeface="Apple SD Gothic Neo"/>
                <a:cs typeface="Apple SD Gothic Neo"/>
              </a:defRPr>
            </a:lvl6pPr>
            <a:lvl7pPr algn="l">
              <a:buNone/>
              <a:defRPr sz="2175" b="1">
                <a:solidFill>
                  <a:srgbClr val="263348"/>
                </a:solidFill>
                <a:latin typeface="Apple SD Gothic Neo"/>
                <a:ea typeface="Apple SD Gothic Neo"/>
                <a:cs typeface="Apple SD Gothic Neo"/>
              </a:defRPr>
            </a:lvl7pPr>
            <a:lvl8pPr algn="l">
              <a:buNone/>
              <a:defRPr sz="2175" b="1">
                <a:solidFill>
                  <a:srgbClr val="263348"/>
                </a:solidFill>
                <a:latin typeface="Apple SD Gothic Neo"/>
                <a:ea typeface="Apple SD Gothic Neo"/>
                <a:cs typeface="Apple SD Gothic Neo"/>
              </a:defRPr>
            </a:lvl8pPr>
            <a:lvl9pPr algn="l">
              <a:buNone/>
              <a:defRPr sz="2175" b="1">
                <a:solidFill>
                  <a:srgbClr val="263348"/>
                </a:solidFill>
                <a:latin typeface="Apple SD Gothic Neo"/>
                <a:ea typeface="Apple SD Gothic Neo"/>
                <a:cs typeface="Apple SD Gothic Neo"/>
              </a:defRPr>
            </a:lvl9pPr>
          </a:lstStyle>
          <a:p xmlns:a="http://schemas.openxmlformats.org/drawingml/2006/main">
            <a:pPr algn="l">
              <a:buNone/>
              <a:defRPr sz="2175" b="1">
                <a:solidFill>
                  <a:srgbClr val="263348"/>
                </a:solidFill>
                <a:latin typeface="Apple SD Gothic Neo"/>
                <a:ea typeface="Apple SD Gothic Neo"/>
                <a:cs typeface="Apple SD Gothic Neo"/>
              </a:defRPr>
            </a:pPr>
            <a:r>
              <a:rPr sz="2175" b="1">
                <a:solidFill>
                  <a:srgbClr val="263348"/>
                </a:solidFill>
                <a:latin typeface="Apple SD Gothic Neo"/>
                <a:ea typeface="Apple SD Gothic Neo"/>
                <a:cs typeface="Apple SD Gothic Neo"/>
              </a:rPr>
              <a:t>공유 이미지</a:t>
            </a:r>
          </a:p>
        </p:txBody>
      </p:sp>
      <p:pic>
        <p:nvPicPr>
          <p:cNvPr id="5" name="">
            <a:extLst xmlns:a="http://schemas.openxmlformats.org/drawingml/2006/main">
              <a:ext uri="{FF2B5EF4-FFF2-40B4-BE49-F238E27FC236}">
                <a16:creationId xmlns:a16="http://schemas.microsoft.com/office/drawing/2014/main" id="{15657593-2F51-4426-BCA4-9305053A4808}"/>
              </a:ext>
            </a:extLst>
          </p:cNvPr>
          <p:cNvPicPr>
            <a:picLocks xmlns:a="http://schemas.openxmlformats.org/drawingml/2006/main" noChangeAspect="1"/>
          </p:cNvPicPr>
          <p:nvPr/>
        </p:nvPicPr>
        <p:blipFill>
          <a:blip xmlns:r="http://schemas.openxmlformats.org/officeDocument/2006/relationships" xmlns:a="http://schemas.openxmlformats.org/drawingml/2006/main" r:embed="R5a9ff034f5244870"/>
          <a:stretch xmlns:a="http://schemas.openxmlformats.org/drawingml/2006/main"/>
        </p:blipFill>
        <p:spPr>
          <a:xfrm xmlns:a="http://schemas.openxmlformats.org/drawingml/2006/main">
            <a:off x="1415527" y="2238375"/>
            <a:ext cx="3388771" cy="309562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F76ECFD3-E078-4890-8C8E-587BE1A9EEBC}"/>
              </a:ext>
            </a:extLst>
          </p:cNvPr>
          <p:cNvPicPr>
            <a:picLocks xmlns:a="http://schemas.openxmlformats.org/drawingml/2006/main" noChangeAspect="1"/>
          </p:cNvPicPr>
          <p:nvPr/>
        </p:nvPicPr>
        <p:blipFill>
          <a:blip xmlns:r="http://schemas.openxmlformats.org/officeDocument/2006/relationships" xmlns:a="http://schemas.openxmlformats.org/drawingml/2006/main" r:embed="Rfb19fb13f2b945e1"/>
          <a:stretch xmlns:a="http://schemas.openxmlformats.org/drawingml/2006/main"/>
        </p:blipFill>
        <p:spPr>
          <a:xfrm xmlns:a="http://schemas.openxmlformats.org/drawingml/2006/main">
            <a:off x="7469650" y="2238375"/>
            <a:ext cx="3205825" cy="3095625"/>
          </a:xfrm>
          <a:prstGeom xmlns:a="http://schemas.openxmlformats.org/drawingml/2006/main" prst="rect">
            <a:avLst/>
          </a:prstGeom>
        </p:spPr>
      </p:pic>
      <p:sp>
        <p:nvSpPr>
          <p:cNvPr id="7" name="config-caption">
            <a:extLst xmlns:a="http://schemas.openxmlformats.org/drawingml/2006/main">
              <a:ext uri="{FF2B5EF4-FFF2-40B4-BE49-F238E27FC236}">
                <a16:creationId xmlns:a16="http://schemas.microsoft.com/office/drawing/2014/main" id="{986E7518-3C57-4B35-862C-6312EE0EFBEE}"/>
              </a:ext>
            </a:extLst>
          </p:cNvPr>
          <p:cNvSpPr>
            <a:spLocks xmlns:a="http://schemas.openxmlformats.org/drawingml/2006/main" noGrp="1"/>
          </p:cNvSpPr>
          <p:nvPr/>
        </p:nvSpPr>
        <p:spPr>
          <a:xfrm xmlns:a="http://schemas.openxmlformats.org/drawingml/2006/main">
            <a:off x="704850" y="5553075"/>
            <a:ext cx="4810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263348"/>
                </a:solidFill>
                <a:latin typeface="Apple SD Gothic Neo"/>
                <a:ea typeface="Apple SD Gothic Neo"/>
                <a:cs typeface="Apple SD Gothic Neo"/>
              </a:defRPr>
            </a:defPPr>
            <a:lvl1pPr algn="l">
              <a:buNone/>
              <a:defRPr sz="1725" b="0">
                <a:solidFill>
                  <a:srgbClr val="263348"/>
                </a:solidFill>
                <a:latin typeface="Apple SD Gothic Neo"/>
                <a:ea typeface="Apple SD Gothic Neo"/>
                <a:cs typeface="Apple SD Gothic Neo"/>
              </a:defRPr>
            </a:lvl1pPr>
            <a:lvl2pPr algn="l">
              <a:buNone/>
              <a:defRPr sz="1725" b="0">
                <a:solidFill>
                  <a:srgbClr val="263348"/>
                </a:solidFill>
                <a:latin typeface="Apple SD Gothic Neo"/>
                <a:ea typeface="Apple SD Gothic Neo"/>
                <a:cs typeface="Apple SD Gothic Neo"/>
              </a:defRPr>
            </a:lvl2pPr>
            <a:lvl3pPr algn="l">
              <a:buNone/>
              <a:defRPr sz="1725" b="0">
                <a:solidFill>
                  <a:srgbClr val="263348"/>
                </a:solidFill>
                <a:latin typeface="Apple SD Gothic Neo"/>
                <a:ea typeface="Apple SD Gothic Neo"/>
                <a:cs typeface="Apple SD Gothic Neo"/>
              </a:defRPr>
            </a:lvl3pPr>
            <a:lvl4pPr algn="l">
              <a:buNone/>
              <a:defRPr sz="1725" b="0">
                <a:solidFill>
                  <a:srgbClr val="263348"/>
                </a:solidFill>
                <a:latin typeface="Apple SD Gothic Neo"/>
                <a:ea typeface="Apple SD Gothic Neo"/>
                <a:cs typeface="Apple SD Gothic Neo"/>
              </a:defRPr>
            </a:lvl4pPr>
            <a:lvl5pPr algn="l">
              <a:buNone/>
              <a:defRPr sz="1725" b="0">
                <a:solidFill>
                  <a:srgbClr val="263348"/>
                </a:solidFill>
                <a:latin typeface="Apple SD Gothic Neo"/>
                <a:ea typeface="Apple SD Gothic Neo"/>
                <a:cs typeface="Apple SD Gothic Neo"/>
              </a:defRPr>
            </a:lvl5pPr>
            <a:lvl6pPr algn="l">
              <a:buNone/>
              <a:defRPr sz="1725" b="0">
                <a:solidFill>
                  <a:srgbClr val="263348"/>
                </a:solidFill>
                <a:latin typeface="Apple SD Gothic Neo"/>
                <a:ea typeface="Apple SD Gothic Neo"/>
                <a:cs typeface="Apple SD Gothic Neo"/>
              </a:defRPr>
            </a:lvl6pPr>
            <a:lvl7pPr algn="l">
              <a:buNone/>
              <a:defRPr sz="1725" b="0">
                <a:solidFill>
                  <a:srgbClr val="263348"/>
                </a:solidFill>
                <a:latin typeface="Apple SD Gothic Neo"/>
                <a:ea typeface="Apple SD Gothic Neo"/>
                <a:cs typeface="Apple SD Gothic Neo"/>
              </a:defRPr>
            </a:lvl7pPr>
            <a:lvl8pPr algn="l">
              <a:buNone/>
              <a:defRPr sz="1725" b="0">
                <a:solidFill>
                  <a:srgbClr val="263348"/>
                </a:solidFill>
                <a:latin typeface="Apple SD Gothic Neo"/>
                <a:ea typeface="Apple SD Gothic Neo"/>
                <a:cs typeface="Apple SD Gothic Neo"/>
              </a:defRPr>
            </a:lvl8pPr>
            <a:lvl9pPr algn="l">
              <a:buNone/>
              <a:defRPr sz="1725" b="0">
                <a:solidFill>
                  <a:srgbClr val="263348"/>
                </a:solidFill>
                <a:latin typeface="Apple SD Gothic Neo"/>
                <a:ea typeface="Apple SD Gothic Neo"/>
                <a:cs typeface="Apple SD Gothic Neo"/>
              </a:defRPr>
            </a:lvl9pPr>
          </a:lstStyle>
          <a:p xmlns:a="http://schemas.openxmlformats.org/drawingml/2006/main">
            <a:pPr algn="l">
              <a:buNone/>
              <a:defRPr sz="1725" b="0">
                <a:solidFill>
                  <a:srgbClr val="263348"/>
                </a:solidFill>
                <a:latin typeface="Apple SD Gothic Neo"/>
                <a:ea typeface="Apple SD Gothic Neo"/>
                <a:cs typeface="Apple SD Gothic Neo"/>
              </a:defRPr>
            </a:pPr>
            <a:r>
              <a:rPr sz="1725" b="0">
                <a:solidFill>
                  <a:srgbClr val="263348"/>
                </a:solidFill>
                <a:latin typeface="Apple SD Gothic Neo"/>
                <a:ea typeface="Apple SD Gothic Neo"/>
                <a:cs typeface="Apple SD Gothic Neo"/>
              </a:rPr>
              <a:t>KarmaConfig가 기술 수치를 보관한다</a:t>
            </a:r>
          </a:p>
        </p:txBody>
      </p:sp>
      <p:sp>
        <p:nvSpPr>
          <p:cNvPr id="8" name="art-caption">
            <a:extLst xmlns:a="http://schemas.openxmlformats.org/drawingml/2006/main">
              <a:ext uri="{FF2B5EF4-FFF2-40B4-BE49-F238E27FC236}">
                <a16:creationId xmlns:a16="http://schemas.microsoft.com/office/drawing/2014/main" id="{9EC9814E-6EC0-4CB2-AA2A-4C37B0C9F2AE}"/>
              </a:ext>
            </a:extLst>
          </p:cNvPr>
          <p:cNvSpPr>
            <a:spLocks xmlns:a="http://schemas.openxmlformats.org/drawingml/2006/main" noGrp="1"/>
          </p:cNvSpPr>
          <p:nvPr/>
        </p:nvSpPr>
        <p:spPr>
          <a:xfrm xmlns:a="http://schemas.openxmlformats.org/drawingml/2006/main">
            <a:off x="6667500" y="5553075"/>
            <a:ext cx="4810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263348"/>
                </a:solidFill>
                <a:latin typeface="Apple SD Gothic Neo"/>
                <a:ea typeface="Apple SD Gothic Neo"/>
                <a:cs typeface="Apple SD Gothic Neo"/>
              </a:defRPr>
            </a:defPPr>
            <a:lvl1pPr algn="l">
              <a:buNone/>
              <a:defRPr sz="1725" b="0">
                <a:solidFill>
                  <a:srgbClr val="263348"/>
                </a:solidFill>
                <a:latin typeface="Apple SD Gothic Neo"/>
                <a:ea typeface="Apple SD Gothic Neo"/>
                <a:cs typeface="Apple SD Gothic Neo"/>
              </a:defRPr>
            </a:lvl1pPr>
            <a:lvl2pPr algn="l">
              <a:buNone/>
              <a:defRPr sz="1725" b="0">
                <a:solidFill>
                  <a:srgbClr val="263348"/>
                </a:solidFill>
                <a:latin typeface="Apple SD Gothic Neo"/>
                <a:ea typeface="Apple SD Gothic Neo"/>
                <a:cs typeface="Apple SD Gothic Neo"/>
              </a:defRPr>
            </a:lvl2pPr>
            <a:lvl3pPr algn="l">
              <a:buNone/>
              <a:defRPr sz="1725" b="0">
                <a:solidFill>
                  <a:srgbClr val="263348"/>
                </a:solidFill>
                <a:latin typeface="Apple SD Gothic Neo"/>
                <a:ea typeface="Apple SD Gothic Neo"/>
                <a:cs typeface="Apple SD Gothic Neo"/>
              </a:defRPr>
            </a:lvl3pPr>
            <a:lvl4pPr algn="l">
              <a:buNone/>
              <a:defRPr sz="1725" b="0">
                <a:solidFill>
                  <a:srgbClr val="263348"/>
                </a:solidFill>
                <a:latin typeface="Apple SD Gothic Neo"/>
                <a:ea typeface="Apple SD Gothic Neo"/>
                <a:cs typeface="Apple SD Gothic Neo"/>
              </a:defRPr>
            </a:lvl4pPr>
            <a:lvl5pPr algn="l">
              <a:buNone/>
              <a:defRPr sz="1725" b="0">
                <a:solidFill>
                  <a:srgbClr val="263348"/>
                </a:solidFill>
                <a:latin typeface="Apple SD Gothic Neo"/>
                <a:ea typeface="Apple SD Gothic Neo"/>
                <a:cs typeface="Apple SD Gothic Neo"/>
              </a:defRPr>
            </a:lvl5pPr>
            <a:lvl6pPr algn="l">
              <a:buNone/>
              <a:defRPr sz="1725" b="0">
                <a:solidFill>
                  <a:srgbClr val="263348"/>
                </a:solidFill>
                <a:latin typeface="Apple SD Gothic Neo"/>
                <a:ea typeface="Apple SD Gothic Neo"/>
                <a:cs typeface="Apple SD Gothic Neo"/>
              </a:defRPr>
            </a:lvl6pPr>
            <a:lvl7pPr algn="l">
              <a:buNone/>
              <a:defRPr sz="1725" b="0">
                <a:solidFill>
                  <a:srgbClr val="263348"/>
                </a:solidFill>
                <a:latin typeface="Apple SD Gothic Neo"/>
                <a:ea typeface="Apple SD Gothic Neo"/>
                <a:cs typeface="Apple SD Gothic Neo"/>
              </a:defRPr>
            </a:lvl7pPr>
            <a:lvl8pPr algn="l">
              <a:buNone/>
              <a:defRPr sz="1725" b="0">
                <a:solidFill>
                  <a:srgbClr val="263348"/>
                </a:solidFill>
                <a:latin typeface="Apple SD Gothic Neo"/>
                <a:ea typeface="Apple SD Gothic Neo"/>
                <a:cs typeface="Apple SD Gothic Neo"/>
              </a:defRPr>
            </a:lvl8pPr>
            <a:lvl9pPr algn="l">
              <a:buNone/>
              <a:defRPr sz="1725" b="0">
                <a:solidFill>
                  <a:srgbClr val="263348"/>
                </a:solidFill>
                <a:latin typeface="Apple SD Gothic Neo"/>
                <a:ea typeface="Apple SD Gothic Neo"/>
                <a:cs typeface="Apple SD Gothic Neo"/>
              </a:defRPr>
            </a:lvl9pPr>
          </a:lstStyle>
          <a:p xmlns:a="http://schemas.openxmlformats.org/drawingml/2006/main">
            <a:pPr algn="l">
              <a:buNone/>
              <a:defRPr sz="1725" b="0">
                <a:solidFill>
                  <a:srgbClr val="263348"/>
                </a:solidFill>
                <a:latin typeface="Apple SD Gothic Neo"/>
                <a:ea typeface="Apple SD Gothic Neo"/>
                <a:cs typeface="Apple SD Gothic Neo"/>
              </a:defRPr>
            </a:pPr>
            <a:r>
              <a:rPr sz="1725" b="0">
                <a:solidFill>
                  <a:srgbClr val="263348"/>
                </a:solidFill>
                <a:latin typeface="Apple SD Gothic Neo"/>
                <a:ea typeface="Apple SD Gothic Neo"/>
                <a:cs typeface="Apple SD Gothic Neo"/>
              </a:rPr>
              <a:t>공유 설정에서 스프라이트를 조회한다</a:t>
            </a:r>
          </a:p>
        </p:txBody>
      </p:sp>
      <p:sp>
        <p:nvSpPr>
          <p:cNvPr id="9" name="footer">
            <a:extLst xmlns:a="http://schemas.openxmlformats.org/drawingml/2006/main">
              <a:ext uri="{FF2B5EF4-FFF2-40B4-BE49-F238E27FC236}">
                <a16:creationId xmlns:a16="http://schemas.microsoft.com/office/drawing/2014/main" id="{71D1D496-EB04-47E4-8BFB-A130CE9451EE}"/>
              </a:ext>
            </a:extLst>
          </p:cNvPr>
          <p:cNvSpPr>
            <a:spLocks xmlns:a="http://schemas.openxmlformats.org/drawingml/2006/main" noGrp="1"/>
          </p:cNvSpPr>
          <p:nvPr/>
        </p:nvSpPr>
        <p:spPr>
          <a:xfrm xmlns:a="http://schemas.openxmlformats.org/drawingml/2006/main">
            <a:off x="609600" y="64389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0">
                <a:solidFill>
                  <a:srgbClr val="768194"/>
                </a:solidFill>
                <a:latin typeface="Apple SD Gothic Neo"/>
                <a:ea typeface="Apple SD Gothic Neo"/>
                <a:cs typeface="Apple SD Gothic Neo"/>
              </a:defRPr>
            </a:defPPr>
            <a:lvl1pPr algn="l">
              <a:buNone/>
              <a:defRPr sz="1200" b="0">
                <a:solidFill>
                  <a:srgbClr val="768194"/>
                </a:solidFill>
                <a:latin typeface="Apple SD Gothic Neo"/>
                <a:ea typeface="Apple SD Gothic Neo"/>
                <a:cs typeface="Apple SD Gothic Neo"/>
              </a:defRPr>
            </a:lvl1pPr>
            <a:lvl2pPr algn="l">
              <a:buNone/>
              <a:defRPr sz="1200" b="0">
                <a:solidFill>
                  <a:srgbClr val="768194"/>
                </a:solidFill>
                <a:latin typeface="Apple SD Gothic Neo"/>
                <a:ea typeface="Apple SD Gothic Neo"/>
                <a:cs typeface="Apple SD Gothic Neo"/>
              </a:defRPr>
            </a:lvl2pPr>
            <a:lvl3pPr algn="l">
              <a:buNone/>
              <a:defRPr sz="1200" b="0">
                <a:solidFill>
                  <a:srgbClr val="768194"/>
                </a:solidFill>
                <a:latin typeface="Apple SD Gothic Neo"/>
                <a:ea typeface="Apple SD Gothic Neo"/>
                <a:cs typeface="Apple SD Gothic Neo"/>
              </a:defRPr>
            </a:lvl3pPr>
            <a:lvl4pPr algn="l">
              <a:buNone/>
              <a:defRPr sz="1200" b="0">
                <a:solidFill>
                  <a:srgbClr val="768194"/>
                </a:solidFill>
                <a:latin typeface="Apple SD Gothic Neo"/>
                <a:ea typeface="Apple SD Gothic Neo"/>
                <a:cs typeface="Apple SD Gothic Neo"/>
              </a:defRPr>
            </a:lvl4pPr>
            <a:lvl5pPr algn="l">
              <a:buNone/>
              <a:defRPr sz="1200" b="0">
                <a:solidFill>
                  <a:srgbClr val="768194"/>
                </a:solidFill>
                <a:latin typeface="Apple SD Gothic Neo"/>
                <a:ea typeface="Apple SD Gothic Neo"/>
                <a:cs typeface="Apple SD Gothic Neo"/>
              </a:defRPr>
            </a:lvl5pPr>
            <a:lvl6pPr algn="l">
              <a:buNone/>
              <a:defRPr sz="1200" b="0">
                <a:solidFill>
                  <a:srgbClr val="768194"/>
                </a:solidFill>
                <a:latin typeface="Apple SD Gothic Neo"/>
                <a:ea typeface="Apple SD Gothic Neo"/>
                <a:cs typeface="Apple SD Gothic Neo"/>
              </a:defRPr>
            </a:lvl6pPr>
            <a:lvl7pPr algn="l">
              <a:buNone/>
              <a:defRPr sz="1200" b="0">
                <a:solidFill>
                  <a:srgbClr val="768194"/>
                </a:solidFill>
                <a:latin typeface="Apple SD Gothic Neo"/>
                <a:ea typeface="Apple SD Gothic Neo"/>
                <a:cs typeface="Apple SD Gothic Neo"/>
              </a:defRPr>
            </a:lvl7pPr>
            <a:lvl8pPr algn="l">
              <a:buNone/>
              <a:defRPr sz="1200" b="0">
                <a:solidFill>
                  <a:srgbClr val="768194"/>
                </a:solidFill>
                <a:latin typeface="Apple SD Gothic Neo"/>
                <a:ea typeface="Apple SD Gothic Neo"/>
                <a:cs typeface="Apple SD Gothic Neo"/>
              </a:defRPr>
            </a:lvl8pPr>
            <a:lvl9pPr algn="l">
              <a:buNone/>
              <a:defRPr sz="1200" b="0">
                <a:solidFill>
                  <a:srgbClr val="768194"/>
                </a:solidFill>
                <a:latin typeface="Apple SD Gothic Neo"/>
                <a:ea typeface="Apple SD Gothic Neo"/>
                <a:cs typeface="Apple SD Gothic Neo"/>
              </a:defRPr>
            </a:lvl9pPr>
          </a:lstStyle>
          <a:p xmlns:a="http://schemas.openxmlformats.org/drawingml/2006/main">
            <a:pPr algn="l">
              <a:buNone/>
              <a:defRPr sz="1200" b="0">
                <a:solidFill>
                  <a:srgbClr val="768194"/>
                </a:solidFill>
                <a:latin typeface="Apple SD Gothic Neo"/>
                <a:ea typeface="Apple SD Gothic Neo"/>
                <a:cs typeface="Apple SD Gothic Neo"/>
              </a:defRPr>
            </a:pPr>
            <a:r>
              <a:rPr sz="1200" b="0">
                <a:solidFill>
                  <a:srgbClr val="768194"/>
                </a:solidFill>
                <a:latin typeface="Apple SD Gothic Neo"/>
                <a:ea typeface="Apple SD Gothic Neo"/>
                <a:cs typeface="Apple SD Gothic Neo"/>
              </a:rPr>
              <a:t>원본 자동 생성 PNG 발췌</a:t>
            </a:r>
          </a:p>
        </p:txBody>
      </p:sp>
      <p:sp>
        <p:nvSpPr>
          <p:cNvPr id="10" name="page">
            <a:extLst xmlns:a="http://schemas.openxmlformats.org/drawingml/2006/main">
              <a:ext uri="{FF2B5EF4-FFF2-40B4-BE49-F238E27FC236}">
                <a16:creationId xmlns:a16="http://schemas.microsoft.com/office/drawing/2014/main" id="{43D7FC78-899D-4B1A-944D-D9145CB0AA9B}"/>
              </a:ext>
            </a:extLst>
          </p:cNvPr>
          <p:cNvSpPr>
            <a:spLocks xmlns:a="http://schemas.openxmlformats.org/drawingml/2006/main" noGrp="1"/>
          </p:cNvSpPr>
          <p:nvPr/>
        </p:nvSpPr>
        <p:spPr>
          <a:xfrm xmlns:a="http://schemas.openxmlformats.org/drawingml/2006/main">
            <a:off x="1104900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0">
                <a:solidFill>
                  <a:srgbClr val="768194"/>
                </a:solidFill>
                <a:latin typeface="Apple SD Gothic Neo"/>
                <a:ea typeface="Apple SD Gothic Neo"/>
                <a:cs typeface="Apple SD Gothic Neo"/>
              </a:defRPr>
            </a:defPPr>
            <a:lvl1pPr algn="l">
              <a:buNone/>
              <a:defRPr sz="1200" b="0">
                <a:solidFill>
                  <a:srgbClr val="768194"/>
                </a:solidFill>
                <a:latin typeface="Apple SD Gothic Neo"/>
                <a:ea typeface="Apple SD Gothic Neo"/>
                <a:cs typeface="Apple SD Gothic Neo"/>
              </a:defRPr>
            </a:lvl1pPr>
            <a:lvl2pPr algn="l">
              <a:buNone/>
              <a:defRPr sz="1200" b="0">
                <a:solidFill>
                  <a:srgbClr val="768194"/>
                </a:solidFill>
                <a:latin typeface="Apple SD Gothic Neo"/>
                <a:ea typeface="Apple SD Gothic Neo"/>
                <a:cs typeface="Apple SD Gothic Neo"/>
              </a:defRPr>
            </a:lvl2pPr>
            <a:lvl3pPr algn="l">
              <a:buNone/>
              <a:defRPr sz="1200" b="0">
                <a:solidFill>
                  <a:srgbClr val="768194"/>
                </a:solidFill>
                <a:latin typeface="Apple SD Gothic Neo"/>
                <a:ea typeface="Apple SD Gothic Neo"/>
                <a:cs typeface="Apple SD Gothic Neo"/>
              </a:defRPr>
            </a:lvl3pPr>
            <a:lvl4pPr algn="l">
              <a:buNone/>
              <a:defRPr sz="1200" b="0">
                <a:solidFill>
                  <a:srgbClr val="768194"/>
                </a:solidFill>
                <a:latin typeface="Apple SD Gothic Neo"/>
                <a:ea typeface="Apple SD Gothic Neo"/>
                <a:cs typeface="Apple SD Gothic Neo"/>
              </a:defRPr>
            </a:lvl4pPr>
            <a:lvl5pPr algn="l">
              <a:buNone/>
              <a:defRPr sz="1200" b="0">
                <a:solidFill>
                  <a:srgbClr val="768194"/>
                </a:solidFill>
                <a:latin typeface="Apple SD Gothic Neo"/>
                <a:ea typeface="Apple SD Gothic Neo"/>
                <a:cs typeface="Apple SD Gothic Neo"/>
              </a:defRPr>
            </a:lvl5pPr>
            <a:lvl6pPr algn="l">
              <a:buNone/>
              <a:defRPr sz="1200" b="0">
                <a:solidFill>
                  <a:srgbClr val="768194"/>
                </a:solidFill>
                <a:latin typeface="Apple SD Gothic Neo"/>
                <a:ea typeface="Apple SD Gothic Neo"/>
                <a:cs typeface="Apple SD Gothic Neo"/>
              </a:defRPr>
            </a:lvl6pPr>
            <a:lvl7pPr algn="l">
              <a:buNone/>
              <a:defRPr sz="1200" b="0">
                <a:solidFill>
                  <a:srgbClr val="768194"/>
                </a:solidFill>
                <a:latin typeface="Apple SD Gothic Neo"/>
                <a:ea typeface="Apple SD Gothic Neo"/>
                <a:cs typeface="Apple SD Gothic Neo"/>
              </a:defRPr>
            </a:lvl7pPr>
            <a:lvl8pPr algn="l">
              <a:buNone/>
              <a:defRPr sz="1200" b="0">
                <a:solidFill>
                  <a:srgbClr val="768194"/>
                </a:solidFill>
                <a:latin typeface="Apple SD Gothic Neo"/>
                <a:ea typeface="Apple SD Gothic Neo"/>
                <a:cs typeface="Apple SD Gothic Neo"/>
              </a:defRPr>
            </a:lvl8pPr>
            <a:lvl9pPr algn="l">
              <a:buNone/>
              <a:defRPr sz="1200" b="0">
                <a:solidFill>
                  <a:srgbClr val="768194"/>
                </a:solidFill>
                <a:latin typeface="Apple SD Gothic Neo"/>
                <a:ea typeface="Apple SD Gothic Neo"/>
                <a:cs typeface="Apple SD Gothic Neo"/>
              </a:defRPr>
            </a:lvl9pPr>
          </a:lstStyle>
          <a:p xmlns:a="http://schemas.openxmlformats.org/drawingml/2006/main">
            <a:pPr algn="l">
              <a:buNone/>
              <a:defRPr sz="1200" b="0">
                <a:solidFill>
                  <a:srgbClr val="768194"/>
                </a:solidFill>
                <a:latin typeface="Apple SD Gothic Neo"/>
                <a:ea typeface="Apple SD Gothic Neo"/>
                <a:cs typeface="Apple SD Gothic Neo"/>
              </a:defRPr>
            </a:pPr>
            <a:r>
              <a:rPr sz="1200" b="0">
                <a:solidFill>
                  <a:srgbClr val="768194"/>
                </a:solidFill>
                <a:latin typeface="Apple SD Gothic Neo"/>
                <a:ea typeface="Apple SD Gothic Neo"/>
                <a:cs typeface="Apple SD Gothic Neo"/>
              </a:rPr>
              <a:t>08</a:t>
            </a:r>
          </a:p>
        </p:txBody>
      </p:sp>
    </p:spTree>
    <p:extLst>
      <p:ext uri="{BB962C8B-B14F-4D97-AF65-F5344CB8AC3E}">
        <p14:creationId xmlns:p14="http://schemas.microsoft.com/office/powerpoint/2010/main" val="667771575"/>
      </p:ext>
    </p:extLst>
  </p:cSld>
</p:sld>
</file>

<file path=ppt/slides/slide9.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a:extLst xmlns:a="http://schemas.openxmlformats.org/drawingml/2006/main">
              <a:ext uri="{FF2B5EF4-FFF2-40B4-BE49-F238E27FC236}">
                <a16:creationId xmlns:a16="http://schemas.microsoft.com/office/drawing/2014/main" id="{C26DBDD8-F841-4094-BD5B-BC6101E22010}"/>
              </a:ext>
            </a:extLst>
          </p:cNvPr>
          <p:cNvSpPr>
            <a:spLocks xmlns:a="http://schemas.openxmlformats.org/drawingml/2006/main" noGrp="1"/>
          </p:cNvSpPr>
          <p:nvPr/>
        </p:nvSpPr>
        <p:spPr>
          <a:xfrm xmlns:a="http://schemas.openxmlformats.org/drawingml/2006/main">
            <a:off x="609600" y="3619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b="1">
                <a:solidFill>
                  <a:srgbClr val="18283D"/>
                </a:solidFill>
                <a:latin typeface="Apple SD Gothic Neo"/>
                <a:ea typeface="Apple SD Gothic Neo"/>
                <a:cs typeface="Apple SD Gothic Neo"/>
              </a:defRPr>
            </a:defPPr>
            <a:lvl1pPr algn="l">
              <a:buNone/>
              <a:defRPr sz="3000" b="1">
                <a:solidFill>
                  <a:srgbClr val="18283D"/>
                </a:solidFill>
                <a:latin typeface="Apple SD Gothic Neo"/>
                <a:ea typeface="Apple SD Gothic Neo"/>
                <a:cs typeface="Apple SD Gothic Neo"/>
              </a:defRPr>
            </a:lvl1pPr>
            <a:lvl2pPr algn="l">
              <a:buNone/>
              <a:defRPr sz="3000" b="1">
                <a:solidFill>
                  <a:srgbClr val="18283D"/>
                </a:solidFill>
                <a:latin typeface="Apple SD Gothic Neo"/>
                <a:ea typeface="Apple SD Gothic Neo"/>
                <a:cs typeface="Apple SD Gothic Neo"/>
              </a:defRPr>
            </a:lvl2pPr>
            <a:lvl3pPr algn="l">
              <a:buNone/>
              <a:defRPr sz="3000" b="1">
                <a:solidFill>
                  <a:srgbClr val="18283D"/>
                </a:solidFill>
                <a:latin typeface="Apple SD Gothic Neo"/>
                <a:ea typeface="Apple SD Gothic Neo"/>
                <a:cs typeface="Apple SD Gothic Neo"/>
              </a:defRPr>
            </a:lvl3pPr>
            <a:lvl4pPr algn="l">
              <a:buNone/>
              <a:defRPr sz="3000" b="1">
                <a:solidFill>
                  <a:srgbClr val="18283D"/>
                </a:solidFill>
                <a:latin typeface="Apple SD Gothic Neo"/>
                <a:ea typeface="Apple SD Gothic Neo"/>
                <a:cs typeface="Apple SD Gothic Neo"/>
              </a:defRPr>
            </a:lvl4pPr>
            <a:lvl5pPr algn="l">
              <a:buNone/>
              <a:defRPr sz="3000" b="1">
                <a:solidFill>
                  <a:srgbClr val="18283D"/>
                </a:solidFill>
                <a:latin typeface="Apple SD Gothic Neo"/>
                <a:ea typeface="Apple SD Gothic Neo"/>
                <a:cs typeface="Apple SD Gothic Neo"/>
              </a:defRPr>
            </a:lvl5pPr>
            <a:lvl6pPr algn="l">
              <a:buNone/>
              <a:defRPr sz="3000" b="1">
                <a:solidFill>
                  <a:srgbClr val="18283D"/>
                </a:solidFill>
                <a:latin typeface="Apple SD Gothic Neo"/>
                <a:ea typeface="Apple SD Gothic Neo"/>
                <a:cs typeface="Apple SD Gothic Neo"/>
              </a:defRPr>
            </a:lvl6pPr>
            <a:lvl7pPr algn="l">
              <a:buNone/>
              <a:defRPr sz="3000" b="1">
                <a:solidFill>
                  <a:srgbClr val="18283D"/>
                </a:solidFill>
                <a:latin typeface="Apple SD Gothic Neo"/>
                <a:ea typeface="Apple SD Gothic Neo"/>
                <a:cs typeface="Apple SD Gothic Neo"/>
              </a:defRPr>
            </a:lvl7pPr>
            <a:lvl8pPr algn="l">
              <a:buNone/>
              <a:defRPr sz="3000" b="1">
                <a:solidFill>
                  <a:srgbClr val="18283D"/>
                </a:solidFill>
                <a:latin typeface="Apple SD Gothic Neo"/>
                <a:ea typeface="Apple SD Gothic Neo"/>
                <a:cs typeface="Apple SD Gothic Neo"/>
              </a:defRPr>
            </a:lvl8pPr>
            <a:lvl9pPr algn="l">
              <a:buNone/>
              <a:defRPr sz="3000" b="1">
                <a:solidFill>
                  <a:srgbClr val="18283D"/>
                </a:solidFill>
                <a:latin typeface="Apple SD Gothic Neo"/>
                <a:ea typeface="Apple SD Gothic Neo"/>
                <a:cs typeface="Apple SD Gothic Neo"/>
              </a:defRPr>
            </a:lvl9pPr>
          </a:lstStyle>
          <a:p xmlns:a="http://schemas.openxmlformats.org/drawingml/2006/main">
            <a:pPr algn="l">
              <a:buNone/>
              <a:defRPr sz="3000" b="1">
                <a:solidFill>
                  <a:srgbClr val="18283D"/>
                </a:solidFill>
                <a:latin typeface="Apple SD Gothic Neo"/>
                <a:ea typeface="Apple SD Gothic Neo"/>
                <a:cs typeface="Apple SD Gothic Neo"/>
              </a:defRPr>
            </a:pPr>
            <a:r>
              <a:rPr sz="3000" b="1">
                <a:solidFill>
                  <a:srgbClr val="18283D"/>
                </a:solidFill>
                <a:latin typeface="Apple SD Gothic Neo"/>
                <a:ea typeface="Apple SD Gothic Neo"/>
                <a:cs typeface="Apple SD Gothic Neo"/>
              </a:rPr>
              <a:t>화면 표시와 전투 연출</a:t>
            </a:r>
          </a:p>
        </p:txBody>
      </p:sp>
      <p:sp>
        <p:nvSpPr>
          <p:cNvPr id="2" name="subtitle">
            <a:extLst xmlns:a="http://schemas.openxmlformats.org/drawingml/2006/main">
              <a:ext uri="{FF2B5EF4-FFF2-40B4-BE49-F238E27FC236}">
                <a16:creationId xmlns:a16="http://schemas.microsoft.com/office/drawing/2014/main" id="{D03BA8E0-6553-4051-AE6E-FA5766C4EFC8}"/>
              </a:ext>
            </a:extLst>
          </p:cNvPr>
          <p:cNvSpPr>
            <a:spLocks xmlns:a="http://schemas.openxmlformats.org/drawingml/2006/main" noGrp="1"/>
          </p:cNvSpPr>
          <p:nvPr/>
        </p:nvSpPr>
        <p:spPr>
          <a:xfrm xmlns:a="http://schemas.openxmlformats.org/drawingml/2006/main">
            <a:off x="609600" y="102870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526075"/>
                </a:solidFill>
                <a:latin typeface="Apple SD Gothic Neo"/>
                <a:ea typeface="Apple SD Gothic Neo"/>
                <a:cs typeface="Apple SD Gothic Neo"/>
              </a:defRPr>
            </a:defPPr>
            <a:lvl1pPr algn="l">
              <a:buNone/>
              <a:defRPr sz="1725" b="0">
                <a:solidFill>
                  <a:srgbClr val="526075"/>
                </a:solidFill>
                <a:latin typeface="Apple SD Gothic Neo"/>
                <a:ea typeface="Apple SD Gothic Neo"/>
                <a:cs typeface="Apple SD Gothic Neo"/>
              </a:defRPr>
            </a:lvl1pPr>
            <a:lvl2pPr algn="l">
              <a:buNone/>
              <a:defRPr sz="1725" b="0">
                <a:solidFill>
                  <a:srgbClr val="526075"/>
                </a:solidFill>
                <a:latin typeface="Apple SD Gothic Neo"/>
                <a:ea typeface="Apple SD Gothic Neo"/>
                <a:cs typeface="Apple SD Gothic Neo"/>
              </a:defRPr>
            </a:lvl2pPr>
            <a:lvl3pPr algn="l">
              <a:buNone/>
              <a:defRPr sz="1725" b="0">
                <a:solidFill>
                  <a:srgbClr val="526075"/>
                </a:solidFill>
                <a:latin typeface="Apple SD Gothic Neo"/>
                <a:ea typeface="Apple SD Gothic Neo"/>
                <a:cs typeface="Apple SD Gothic Neo"/>
              </a:defRPr>
            </a:lvl3pPr>
            <a:lvl4pPr algn="l">
              <a:buNone/>
              <a:defRPr sz="1725" b="0">
                <a:solidFill>
                  <a:srgbClr val="526075"/>
                </a:solidFill>
                <a:latin typeface="Apple SD Gothic Neo"/>
                <a:ea typeface="Apple SD Gothic Neo"/>
                <a:cs typeface="Apple SD Gothic Neo"/>
              </a:defRPr>
            </a:lvl4pPr>
            <a:lvl5pPr algn="l">
              <a:buNone/>
              <a:defRPr sz="1725" b="0">
                <a:solidFill>
                  <a:srgbClr val="526075"/>
                </a:solidFill>
                <a:latin typeface="Apple SD Gothic Neo"/>
                <a:ea typeface="Apple SD Gothic Neo"/>
                <a:cs typeface="Apple SD Gothic Neo"/>
              </a:defRPr>
            </a:lvl5pPr>
            <a:lvl6pPr algn="l">
              <a:buNone/>
              <a:defRPr sz="1725" b="0">
                <a:solidFill>
                  <a:srgbClr val="526075"/>
                </a:solidFill>
                <a:latin typeface="Apple SD Gothic Neo"/>
                <a:ea typeface="Apple SD Gothic Neo"/>
                <a:cs typeface="Apple SD Gothic Neo"/>
              </a:defRPr>
            </a:lvl6pPr>
            <a:lvl7pPr algn="l">
              <a:buNone/>
              <a:defRPr sz="1725" b="0">
                <a:solidFill>
                  <a:srgbClr val="526075"/>
                </a:solidFill>
                <a:latin typeface="Apple SD Gothic Neo"/>
                <a:ea typeface="Apple SD Gothic Neo"/>
                <a:cs typeface="Apple SD Gothic Neo"/>
              </a:defRPr>
            </a:lvl7pPr>
            <a:lvl8pPr algn="l">
              <a:buNone/>
              <a:defRPr sz="1725" b="0">
                <a:solidFill>
                  <a:srgbClr val="526075"/>
                </a:solidFill>
                <a:latin typeface="Apple SD Gothic Neo"/>
                <a:ea typeface="Apple SD Gothic Neo"/>
                <a:cs typeface="Apple SD Gothic Neo"/>
              </a:defRPr>
            </a:lvl8pPr>
            <a:lvl9pPr algn="l">
              <a:buNone/>
              <a:defRPr sz="1725" b="0">
                <a:solidFill>
                  <a:srgbClr val="526075"/>
                </a:solidFill>
                <a:latin typeface="Apple SD Gothic Neo"/>
                <a:ea typeface="Apple SD Gothic Neo"/>
                <a:cs typeface="Apple SD Gothic Neo"/>
              </a:defRPr>
            </a:lvl9pPr>
          </a:lstStyle>
          <a:p xmlns:a="http://schemas.openxmlformats.org/drawingml/2006/main">
            <a:pPr algn="l">
              <a:buNone/>
              <a:defRPr sz="1725" b="0">
                <a:solidFill>
                  <a:srgbClr val="526075"/>
                </a:solidFill>
                <a:latin typeface="Apple SD Gothic Neo"/>
                <a:ea typeface="Apple SD Gothic Neo"/>
                <a:cs typeface="Apple SD Gothic Neo"/>
              </a:defRPr>
            </a:pPr>
            <a:r>
              <a:rPr sz="1725" b="0">
                <a:solidFill>
                  <a:srgbClr val="526075"/>
                </a:solidFill>
                <a:latin typeface="Apple SD Gothic Neo"/>
                <a:ea typeface="Apple SD Gothic Neo"/>
                <a:cs typeface="Apple SD Gothic Neo"/>
              </a:rPr>
              <a:t>게임 상태를 화면에 표시하고, 행동에 맞는 포즈와 효과를 재생한다</a:t>
            </a:r>
          </a:p>
        </p:txBody>
      </p:sp>
      <p:pic>
        <p:nvPicPr>
          <p:cNvPr id="3" name="">
            <a:extLst xmlns:a="http://schemas.openxmlformats.org/drawingml/2006/main">
              <a:ext uri="{FF2B5EF4-FFF2-40B4-BE49-F238E27FC236}">
                <a16:creationId xmlns:a16="http://schemas.microsoft.com/office/drawing/2014/main" id="{6A1AE1D4-93AA-4E74-9518-153BCBCE6262}"/>
              </a:ext>
            </a:extLst>
          </p:cNvPr>
          <p:cNvPicPr>
            <a:picLocks xmlns:a="http://schemas.openxmlformats.org/drawingml/2006/main" noChangeAspect="1"/>
          </p:cNvPicPr>
          <p:nvPr/>
        </p:nvPicPr>
        <p:blipFill>
          <a:blip xmlns:r="http://schemas.openxmlformats.org/officeDocument/2006/relationships" xmlns:a="http://schemas.openxmlformats.org/drawingml/2006/main" r:embed="Rbdae0192ef9e4ed1"/>
          <a:stretch xmlns:a="http://schemas.openxmlformats.org/drawingml/2006/main"/>
        </p:blipFill>
        <p:spPr>
          <a:xfrm xmlns:a="http://schemas.openxmlformats.org/drawingml/2006/main">
            <a:off x="1611313" y="1771650"/>
            <a:ext cx="1997075" cy="971550"/>
          </a:xfrm>
          <a:prstGeom xmlns:a="http://schemas.openxmlformats.org/drawingml/2006/main" prst="rect">
            <a:avLst/>
          </a:prstGeom>
        </p:spPr>
      </p:pic>
      <p:sp>
        <p:nvSpPr>
          <p:cNvPr id="4" name="KarmaHUD-role">
            <a:extLst xmlns:a="http://schemas.openxmlformats.org/drawingml/2006/main">
              <a:ext uri="{FF2B5EF4-FFF2-40B4-BE49-F238E27FC236}">
                <a16:creationId xmlns:a16="http://schemas.microsoft.com/office/drawing/2014/main" id="{AE2C7099-B5A4-4022-B610-EC4277CC2668}"/>
              </a:ext>
            </a:extLst>
          </p:cNvPr>
          <p:cNvSpPr>
            <a:spLocks xmlns:a="http://schemas.openxmlformats.org/drawingml/2006/main" noGrp="1"/>
          </p:cNvSpPr>
          <p:nvPr/>
        </p:nvSpPr>
        <p:spPr>
          <a:xfrm xmlns:a="http://schemas.openxmlformats.org/drawingml/2006/main">
            <a:off x="5143500" y="1819275"/>
            <a:ext cx="628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1">
                <a:solidFill>
                  <a:srgbClr val="263348"/>
                </a:solidFill>
                <a:latin typeface="Apple SD Gothic Neo"/>
                <a:ea typeface="Apple SD Gothic Neo"/>
                <a:cs typeface="Apple SD Gothic Neo"/>
              </a:defRPr>
            </a:defPPr>
            <a:lvl1pPr algn="l">
              <a:buNone/>
              <a:defRPr sz="2025" b="1">
                <a:solidFill>
                  <a:srgbClr val="263348"/>
                </a:solidFill>
                <a:latin typeface="Apple SD Gothic Neo"/>
                <a:ea typeface="Apple SD Gothic Neo"/>
                <a:cs typeface="Apple SD Gothic Neo"/>
              </a:defRPr>
            </a:lvl1pPr>
            <a:lvl2pPr algn="l">
              <a:buNone/>
              <a:defRPr sz="2025" b="1">
                <a:solidFill>
                  <a:srgbClr val="263348"/>
                </a:solidFill>
                <a:latin typeface="Apple SD Gothic Neo"/>
                <a:ea typeface="Apple SD Gothic Neo"/>
                <a:cs typeface="Apple SD Gothic Neo"/>
              </a:defRPr>
            </a:lvl2pPr>
            <a:lvl3pPr algn="l">
              <a:buNone/>
              <a:defRPr sz="2025" b="1">
                <a:solidFill>
                  <a:srgbClr val="263348"/>
                </a:solidFill>
                <a:latin typeface="Apple SD Gothic Neo"/>
                <a:ea typeface="Apple SD Gothic Neo"/>
                <a:cs typeface="Apple SD Gothic Neo"/>
              </a:defRPr>
            </a:lvl3pPr>
            <a:lvl4pPr algn="l">
              <a:buNone/>
              <a:defRPr sz="2025" b="1">
                <a:solidFill>
                  <a:srgbClr val="263348"/>
                </a:solidFill>
                <a:latin typeface="Apple SD Gothic Neo"/>
                <a:ea typeface="Apple SD Gothic Neo"/>
                <a:cs typeface="Apple SD Gothic Neo"/>
              </a:defRPr>
            </a:lvl4pPr>
            <a:lvl5pPr algn="l">
              <a:buNone/>
              <a:defRPr sz="2025" b="1">
                <a:solidFill>
                  <a:srgbClr val="263348"/>
                </a:solidFill>
                <a:latin typeface="Apple SD Gothic Neo"/>
                <a:ea typeface="Apple SD Gothic Neo"/>
                <a:cs typeface="Apple SD Gothic Neo"/>
              </a:defRPr>
            </a:lvl5pPr>
            <a:lvl6pPr algn="l">
              <a:buNone/>
              <a:defRPr sz="2025" b="1">
                <a:solidFill>
                  <a:srgbClr val="263348"/>
                </a:solidFill>
                <a:latin typeface="Apple SD Gothic Neo"/>
                <a:ea typeface="Apple SD Gothic Neo"/>
                <a:cs typeface="Apple SD Gothic Neo"/>
              </a:defRPr>
            </a:lvl6pPr>
            <a:lvl7pPr algn="l">
              <a:buNone/>
              <a:defRPr sz="2025" b="1">
                <a:solidFill>
                  <a:srgbClr val="263348"/>
                </a:solidFill>
                <a:latin typeface="Apple SD Gothic Neo"/>
                <a:ea typeface="Apple SD Gothic Neo"/>
                <a:cs typeface="Apple SD Gothic Neo"/>
              </a:defRPr>
            </a:lvl7pPr>
            <a:lvl8pPr algn="l">
              <a:buNone/>
              <a:defRPr sz="2025" b="1">
                <a:solidFill>
                  <a:srgbClr val="263348"/>
                </a:solidFill>
                <a:latin typeface="Apple SD Gothic Neo"/>
                <a:ea typeface="Apple SD Gothic Neo"/>
                <a:cs typeface="Apple SD Gothic Neo"/>
              </a:defRPr>
            </a:lvl8pPr>
            <a:lvl9pPr algn="l">
              <a:buNone/>
              <a:defRPr sz="2025" b="1">
                <a:solidFill>
                  <a:srgbClr val="263348"/>
                </a:solidFill>
                <a:latin typeface="Apple SD Gothic Neo"/>
                <a:ea typeface="Apple SD Gothic Neo"/>
                <a:cs typeface="Apple SD Gothic Neo"/>
              </a:defRPr>
            </a:lvl9pPr>
          </a:lstStyle>
          <a:p xmlns:a="http://schemas.openxmlformats.org/drawingml/2006/main">
            <a:pPr algn="l">
              <a:buNone/>
              <a:defRPr sz="2025" b="1">
                <a:solidFill>
                  <a:srgbClr val="263348"/>
                </a:solidFill>
                <a:latin typeface="Apple SD Gothic Neo"/>
                <a:ea typeface="Apple SD Gothic Neo"/>
                <a:cs typeface="Apple SD Gothic Neo"/>
              </a:defRPr>
            </a:pPr>
            <a:r>
              <a:rPr sz="2025" b="1">
                <a:solidFill>
                  <a:srgbClr val="263348"/>
                </a:solidFill>
                <a:latin typeface="Apple SD Gothic Neo"/>
                <a:ea typeface="Apple SD Gothic Neo"/>
                <a:cs typeface="Apple SD Gothic Neo"/>
              </a:rPr>
              <a:t>게임 상태 표시와 UI 조작</a:t>
            </a:r>
          </a:p>
        </p:txBody>
      </p:sp>
      <p:sp>
        <p:nvSpPr>
          <p:cNvPr id="5" name="KarmaHUD-body">
            <a:extLst xmlns:a="http://schemas.openxmlformats.org/drawingml/2006/main">
              <a:ext uri="{FF2B5EF4-FFF2-40B4-BE49-F238E27FC236}">
                <a16:creationId xmlns:a16="http://schemas.microsoft.com/office/drawing/2014/main" id="{38B7EC9F-6768-4019-BAA2-0DFB194B3B65}"/>
              </a:ext>
            </a:extLst>
          </p:cNvPr>
          <p:cNvSpPr>
            <a:spLocks xmlns:a="http://schemas.openxmlformats.org/drawingml/2006/main" noGrp="1"/>
          </p:cNvSpPr>
          <p:nvPr/>
        </p:nvSpPr>
        <p:spPr>
          <a:xfrm xmlns:a="http://schemas.openxmlformats.org/drawingml/2006/main">
            <a:off x="5143500" y="2238375"/>
            <a:ext cx="628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465368"/>
                </a:solidFill>
                <a:latin typeface="Apple SD Gothic Neo"/>
                <a:ea typeface="Apple SD Gothic Neo"/>
                <a:cs typeface="Apple SD Gothic Neo"/>
              </a:defRPr>
            </a:defPPr>
            <a:lvl1pPr algn="l">
              <a:buNone/>
              <a:defRPr sz="1725" b="0">
                <a:solidFill>
                  <a:srgbClr val="465368"/>
                </a:solidFill>
                <a:latin typeface="Apple SD Gothic Neo"/>
                <a:ea typeface="Apple SD Gothic Neo"/>
                <a:cs typeface="Apple SD Gothic Neo"/>
              </a:defRPr>
            </a:lvl1pPr>
            <a:lvl2pPr algn="l">
              <a:buNone/>
              <a:defRPr sz="1725" b="0">
                <a:solidFill>
                  <a:srgbClr val="465368"/>
                </a:solidFill>
                <a:latin typeface="Apple SD Gothic Neo"/>
                <a:ea typeface="Apple SD Gothic Neo"/>
                <a:cs typeface="Apple SD Gothic Neo"/>
              </a:defRPr>
            </a:lvl2pPr>
            <a:lvl3pPr algn="l">
              <a:buNone/>
              <a:defRPr sz="1725" b="0">
                <a:solidFill>
                  <a:srgbClr val="465368"/>
                </a:solidFill>
                <a:latin typeface="Apple SD Gothic Neo"/>
                <a:ea typeface="Apple SD Gothic Neo"/>
                <a:cs typeface="Apple SD Gothic Neo"/>
              </a:defRPr>
            </a:lvl3pPr>
            <a:lvl4pPr algn="l">
              <a:buNone/>
              <a:defRPr sz="1725" b="0">
                <a:solidFill>
                  <a:srgbClr val="465368"/>
                </a:solidFill>
                <a:latin typeface="Apple SD Gothic Neo"/>
                <a:ea typeface="Apple SD Gothic Neo"/>
                <a:cs typeface="Apple SD Gothic Neo"/>
              </a:defRPr>
            </a:lvl4pPr>
            <a:lvl5pPr algn="l">
              <a:buNone/>
              <a:defRPr sz="1725" b="0">
                <a:solidFill>
                  <a:srgbClr val="465368"/>
                </a:solidFill>
                <a:latin typeface="Apple SD Gothic Neo"/>
                <a:ea typeface="Apple SD Gothic Neo"/>
                <a:cs typeface="Apple SD Gothic Neo"/>
              </a:defRPr>
            </a:lvl5pPr>
            <a:lvl6pPr algn="l">
              <a:buNone/>
              <a:defRPr sz="1725" b="0">
                <a:solidFill>
                  <a:srgbClr val="465368"/>
                </a:solidFill>
                <a:latin typeface="Apple SD Gothic Neo"/>
                <a:ea typeface="Apple SD Gothic Neo"/>
                <a:cs typeface="Apple SD Gothic Neo"/>
              </a:defRPr>
            </a:lvl6pPr>
            <a:lvl7pPr algn="l">
              <a:buNone/>
              <a:defRPr sz="1725" b="0">
                <a:solidFill>
                  <a:srgbClr val="465368"/>
                </a:solidFill>
                <a:latin typeface="Apple SD Gothic Neo"/>
                <a:ea typeface="Apple SD Gothic Neo"/>
                <a:cs typeface="Apple SD Gothic Neo"/>
              </a:defRPr>
            </a:lvl7pPr>
            <a:lvl8pPr algn="l">
              <a:buNone/>
              <a:defRPr sz="1725" b="0">
                <a:solidFill>
                  <a:srgbClr val="465368"/>
                </a:solidFill>
                <a:latin typeface="Apple SD Gothic Neo"/>
                <a:ea typeface="Apple SD Gothic Neo"/>
                <a:cs typeface="Apple SD Gothic Neo"/>
              </a:defRPr>
            </a:lvl8pPr>
            <a:lvl9pPr algn="l">
              <a:buNone/>
              <a:defRPr sz="1725" b="0">
                <a:solidFill>
                  <a:srgbClr val="465368"/>
                </a:solidFill>
                <a:latin typeface="Apple SD Gothic Neo"/>
                <a:ea typeface="Apple SD Gothic Neo"/>
                <a:cs typeface="Apple SD Gothic Neo"/>
              </a:defRPr>
            </a:lvl9pPr>
          </a:lstStyle>
          <a:p xmlns:a="http://schemas.openxmlformats.org/drawingml/2006/main">
            <a:pPr algn="l">
              <a:buNone/>
              <a:defRPr sz="1725" b="0">
                <a:solidFill>
                  <a:srgbClr val="465368"/>
                </a:solidFill>
                <a:latin typeface="Apple SD Gothic Neo"/>
                <a:ea typeface="Apple SD Gothic Neo"/>
                <a:cs typeface="Apple SD Gothic Neo"/>
              </a:defRPr>
            </a:pPr>
            <a:r>
              <a:rPr sz="1725" b="0">
                <a:solidFill>
                  <a:srgbClr val="465368"/>
                </a:solidFill>
                <a:latin typeface="Apple SD Gothic Neo"/>
                <a:ea typeface="Apple SD Gothic Neo"/>
                <a:cs typeface="Apple SD Gothic Neo"/>
              </a:rPr>
              <a:t>체력과 기술 선택 화면을 표시하고 사용자의 선택을 전달한다</a:t>
            </a:r>
          </a:p>
        </p:txBody>
      </p:sp>
      <p:pic>
        <p:nvPicPr>
          <p:cNvPr id="6" name="">
            <a:extLst xmlns:a="http://schemas.openxmlformats.org/drawingml/2006/main">
              <a:ext uri="{FF2B5EF4-FFF2-40B4-BE49-F238E27FC236}">
                <a16:creationId xmlns:a16="http://schemas.microsoft.com/office/drawing/2014/main" id="{41753EF7-C833-4339-BDD0-199A760F52B2}"/>
              </a:ext>
            </a:extLst>
          </p:cNvPr>
          <p:cNvPicPr>
            <a:picLocks xmlns:a="http://schemas.openxmlformats.org/drawingml/2006/main" noChangeAspect="1"/>
          </p:cNvPicPr>
          <p:nvPr/>
        </p:nvPicPr>
        <p:blipFill>
          <a:blip xmlns:r="http://schemas.openxmlformats.org/officeDocument/2006/relationships" xmlns:a="http://schemas.openxmlformats.org/drawingml/2006/main" r:embed="R80702bf1a81945de"/>
          <a:stretch xmlns:a="http://schemas.openxmlformats.org/drawingml/2006/main"/>
        </p:blipFill>
        <p:spPr>
          <a:xfrm xmlns:a="http://schemas.openxmlformats.org/drawingml/2006/main">
            <a:off x="693738" y="2876550"/>
            <a:ext cx="3832225" cy="971550"/>
          </a:xfrm>
          <a:prstGeom xmlns:a="http://schemas.openxmlformats.org/drawingml/2006/main" prst="rect">
            <a:avLst/>
          </a:prstGeom>
        </p:spPr>
      </p:pic>
      <p:sp>
        <p:nvSpPr>
          <p:cNvPr id="7" name="KarmaCharacterAnimator-role">
            <a:extLst xmlns:a="http://schemas.openxmlformats.org/drawingml/2006/main">
              <a:ext uri="{FF2B5EF4-FFF2-40B4-BE49-F238E27FC236}">
                <a16:creationId xmlns:a16="http://schemas.microsoft.com/office/drawing/2014/main" id="{4D0A744E-7C45-4817-B8FE-FB4F41717E2B}"/>
              </a:ext>
            </a:extLst>
          </p:cNvPr>
          <p:cNvSpPr>
            <a:spLocks xmlns:a="http://schemas.openxmlformats.org/drawingml/2006/main" noGrp="1"/>
          </p:cNvSpPr>
          <p:nvPr/>
        </p:nvSpPr>
        <p:spPr>
          <a:xfrm xmlns:a="http://schemas.openxmlformats.org/drawingml/2006/main">
            <a:off x="5143500" y="2924175"/>
            <a:ext cx="628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1">
                <a:solidFill>
                  <a:srgbClr val="263348"/>
                </a:solidFill>
                <a:latin typeface="Apple SD Gothic Neo"/>
                <a:ea typeface="Apple SD Gothic Neo"/>
                <a:cs typeface="Apple SD Gothic Neo"/>
              </a:defRPr>
            </a:defPPr>
            <a:lvl1pPr algn="l">
              <a:buNone/>
              <a:defRPr sz="2025" b="1">
                <a:solidFill>
                  <a:srgbClr val="263348"/>
                </a:solidFill>
                <a:latin typeface="Apple SD Gothic Neo"/>
                <a:ea typeface="Apple SD Gothic Neo"/>
                <a:cs typeface="Apple SD Gothic Neo"/>
              </a:defRPr>
            </a:lvl1pPr>
            <a:lvl2pPr algn="l">
              <a:buNone/>
              <a:defRPr sz="2025" b="1">
                <a:solidFill>
                  <a:srgbClr val="263348"/>
                </a:solidFill>
                <a:latin typeface="Apple SD Gothic Neo"/>
                <a:ea typeface="Apple SD Gothic Neo"/>
                <a:cs typeface="Apple SD Gothic Neo"/>
              </a:defRPr>
            </a:lvl2pPr>
            <a:lvl3pPr algn="l">
              <a:buNone/>
              <a:defRPr sz="2025" b="1">
                <a:solidFill>
                  <a:srgbClr val="263348"/>
                </a:solidFill>
                <a:latin typeface="Apple SD Gothic Neo"/>
                <a:ea typeface="Apple SD Gothic Neo"/>
                <a:cs typeface="Apple SD Gothic Neo"/>
              </a:defRPr>
            </a:lvl3pPr>
            <a:lvl4pPr algn="l">
              <a:buNone/>
              <a:defRPr sz="2025" b="1">
                <a:solidFill>
                  <a:srgbClr val="263348"/>
                </a:solidFill>
                <a:latin typeface="Apple SD Gothic Neo"/>
                <a:ea typeface="Apple SD Gothic Neo"/>
                <a:cs typeface="Apple SD Gothic Neo"/>
              </a:defRPr>
            </a:lvl4pPr>
            <a:lvl5pPr algn="l">
              <a:buNone/>
              <a:defRPr sz="2025" b="1">
                <a:solidFill>
                  <a:srgbClr val="263348"/>
                </a:solidFill>
                <a:latin typeface="Apple SD Gothic Neo"/>
                <a:ea typeface="Apple SD Gothic Neo"/>
                <a:cs typeface="Apple SD Gothic Neo"/>
              </a:defRPr>
            </a:lvl5pPr>
            <a:lvl6pPr algn="l">
              <a:buNone/>
              <a:defRPr sz="2025" b="1">
                <a:solidFill>
                  <a:srgbClr val="263348"/>
                </a:solidFill>
                <a:latin typeface="Apple SD Gothic Neo"/>
                <a:ea typeface="Apple SD Gothic Neo"/>
                <a:cs typeface="Apple SD Gothic Neo"/>
              </a:defRPr>
            </a:lvl6pPr>
            <a:lvl7pPr algn="l">
              <a:buNone/>
              <a:defRPr sz="2025" b="1">
                <a:solidFill>
                  <a:srgbClr val="263348"/>
                </a:solidFill>
                <a:latin typeface="Apple SD Gothic Neo"/>
                <a:ea typeface="Apple SD Gothic Neo"/>
                <a:cs typeface="Apple SD Gothic Neo"/>
              </a:defRPr>
            </a:lvl7pPr>
            <a:lvl8pPr algn="l">
              <a:buNone/>
              <a:defRPr sz="2025" b="1">
                <a:solidFill>
                  <a:srgbClr val="263348"/>
                </a:solidFill>
                <a:latin typeface="Apple SD Gothic Neo"/>
                <a:ea typeface="Apple SD Gothic Neo"/>
                <a:cs typeface="Apple SD Gothic Neo"/>
              </a:defRPr>
            </a:lvl8pPr>
            <a:lvl9pPr algn="l">
              <a:buNone/>
              <a:defRPr sz="2025" b="1">
                <a:solidFill>
                  <a:srgbClr val="263348"/>
                </a:solidFill>
                <a:latin typeface="Apple SD Gothic Neo"/>
                <a:ea typeface="Apple SD Gothic Neo"/>
                <a:cs typeface="Apple SD Gothic Neo"/>
              </a:defRPr>
            </a:lvl9pPr>
          </a:lstStyle>
          <a:p xmlns:a="http://schemas.openxmlformats.org/drawingml/2006/main">
            <a:pPr algn="l">
              <a:buNone/>
              <a:defRPr sz="2025" b="1">
                <a:solidFill>
                  <a:srgbClr val="263348"/>
                </a:solidFill>
                <a:latin typeface="Apple SD Gothic Neo"/>
                <a:ea typeface="Apple SD Gothic Neo"/>
                <a:cs typeface="Apple SD Gothic Neo"/>
              </a:defRPr>
            </a:pPr>
            <a:r>
              <a:rPr sz="2025" b="1">
                <a:solidFill>
                  <a:srgbClr val="263348"/>
                </a:solidFill>
                <a:latin typeface="Apple SD Gothic Neo"/>
                <a:ea typeface="Apple SD Gothic Neo"/>
                <a:cs typeface="Apple SD Gothic Neo"/>
              </a:rPr>
              <a:t>캐릭터 포즈와 프레임</a:t>
            </a:r>
          </a:p>
        </p:txBody>
      </p:sp>
      <p:sp>
        <p:nvSpPr>
          <p:cNvPr id="8" name="KarmaCharacterAnimator-body">
            <a:extLst xmlns:a="http://schemas.openxmlformats.org/drawingml/2006/main">
              <a:ext uri="{FF2B5EF4-FFF2-40B4-BE49-F238E27FC236}">
                <a16:creationId xmlns:a16="http://schemas.microsoft.com/office/drawing/2014/main" id="{A78FB19B-EDAA-4A69-8BD8-D8D1234C8178}"/>
              </a:ext>
            </a:extLst>
          </p:cNvPr>
          <p:cNvSpPr>
            <a:spLocks xmlns:a="http://schemas.openxmlformats.org/drawingml/2006/main" noGrp="1"/>
          </p:cNvSpPr>
          <p:nvPr/>
        </p:nvSpPr>
        <p:spPr>
          <a:xfrm xmlns:a="http://schemas.openxmlformats.org/drawingml/2006/main">
            <a:off x="5143500" y="3343275"/>
            <a:ext cx="628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465368"/>
                </a:solidFill>
                <a:latin typeface="Apple SD Gothic Neo"/>
                <a:ea typeface="Apple SD Gothic Neo"/>
                <a:cs typeface="Apple SD Gothic Neo"/>
              </a:defRPr>
            </a:defPPr>
            <a:lvl1pPr algn="l">
              <a:buNone/>
              <a:defRPr sz="1725" b="0">
                <a:solidFill>
                  <a:srgbClr val="465368"/>
                </a:solidFill>
                <a:latin typeface="Apple SD Gothic Neo"/>
                <a:ea typeface="Apple SD Gothic Neo"/>
                <a:cs typeface="Apple SD Gothic Neo"/>
              </a:defRPr>
            </a:lvl1pPr>
            <a:lvl2pPr algn="l">
              <a:buNone/>
              <a:defRPr sz="1725" b="0">
                <a:solidFill>
                  <a:srgbClr val="465368"/>
                </a:solidFill>
                <a:latin typeface="Apple SD Gothic Neo"/>
                <a:ea typeface="Apple SD Gothic Neo"/>
                <a:cs typeface="Apple SD Gothic Neo"/>
              </a:defRPr>
            </a:lvl2pPr>
            <a:lvl3pPr algn="l">
              <a:buNone/>
              <a:defRPr sz="1725" b="0">
                <a:solidFill>
                  <a:srgbClr val="465368"/>
                </a:solidFill>
                <a:latin typeface="Apple SD Gothic Neo"/>
                <a:ea typeface="Apple SD Gothic Neo"/>
                <a:cs typeface="Apple SD Gothic Neo"/>
              </a:defRPr>
            </a:lvl3pPr>
            <a:lvl4pPr algn="l">
              <a:buNone/>
              <a:defRPr sz="1725" b="0">
                <a:solidFill>
                  <a:srgbClr val="465368"/>
                </a:solidFill>
                <a:latin typeface="Apple SD Gothic Neo"/>
                <a:ea typeface="Apple SD Gothic Neo"/>
                <a:cs typeface="Apple SD Gothic Neo"/>
              </a:defRPr>
            </a:lvl4pPr>
            <a:lvl5pPr algn="l">
              <a:buNone/>
              <a:defRPr sz="1725" b="0">
                <a:solidFill>
                  <a:srgbClr val="465368"/>
                </a:solidFill>
                <a:latin typeface="Apple SD Gothic Neo"/>
                <a:ea typeface="Apple SD Gothic Neo"/>
                <a:cs typeface="Apple SD Gothic Neo"/>
              </a:defRPr>
            </a:lvl5pPr>
            <a:lvl6pPr algn="l">
              <a:buNone/>
              <a:defRPr sz="1725" b="0">
                <a:solidFill>
                  <a:srgbClr val="465368"/>
                </a:solidFill>
                <a:latin typeface="Apple SD Gothic Neo"/>
                <a:ea typeface="Apple SD Gothic Neo"/>
                <a:cs typeface="Apple SD Gothic Neo"/>
              </a:defRPr>
            </a:lvl6pPr>
            <a:lvl7pPr algn="l">
              <a:buNone/>
              <a:defRPr sz="1725" b="0">
                <a:solidFill>
                  <a:srgbClr val="465368"/>
                </a:solidFill>
                <a:latin typeface="Apple SD Gothic Neo"/>
                <a:ea typeface="Apple SD Gothic Neo"/>
                <a:cs typeface="Apple SD Gothic Neo"/>
              </a:defRPr>
            </a:lvl7pPr>
            <a:lvl8pPr algn="l">
              <a:buNone/>
              <a:defRPr sz="1725" b="0">
                <a:solidFill>
                  <a:srgbClr val="465368"/>
                </a:solidFill>
                <a:latin typeface="Apple SD Gothic Neo"/>
                <a:ea typeface="Apple SD Gothic Neo"/>
                <a:cs typeface="Apple SD Gothic Neo"/>
              </a:defRPr>
            </a:lvl8pPr>
            <a:lvl9pPr algn="l">
              <a:buNone/>
              <a:defRPr sz="1725" b="0">
                <a:solidFill>
                  <a:srgbClr val="465368"/>
                </a:solidFill>
                <a:latin typeface="Apple SD Gothic Neo"/>
                <a:ea typeface="Apple SD Gothic Neo"/>
                <a:cs typeface="Apple SD Gothic Neo"/>
              </a:defRPr>
            </a:lvl9pPr>
          </a:lstStyle>
          <a:p xmlns:a="http://schemas.openxmlformats.org/drawingml/2006/main">
            <a:pPr algn="l">
              <a:buNone/>
              <a:defRPr sz="1725" b="0">
                <a:solidFill>
                  <a:srgbClr val="465368"/>
                </a:solidFill>
                <a:latin typeface="Apple SD Gothic Neo"/>
                <a:ea typeface="Apple SD Gothic Neo"/>
                <a:cs typeface="Apple SD Gothic Neo"/>
              </a:defRPr>
            </a:pPr>
            <a:r>
              <a:rPr sz="1725" b="0">
                <a:solidFill>
                  <a:srgbClr val="465368"/>
                </a:solidFill>
                <a:latin typeface="Apple SD Gothic Neo"/>
                <a:ea typeface="Apple SD Gothic Neo"/>
                <a:cs typeface="Apple SD Gothic Neo"/>
              </a:rPr>
              <a:t>플레이어와 수호자의 이동, 공격, 피격 동작을 표시한다</a:t>
            </a:r>
          </a:p>
        </p:txBody>
      </p:sp>
      <p:pic>
        <p:nvPicPr>
          <p:cNvPr id="9" name="">
            <a:extLst xmlns:a="http://schemas.openxmlformats.org/drawingml/2006/main">
              <a:ext uri="{FF2B5EF4-FFF2-40B4-BE49-F238E27FC236}">
                <a16:creationId xmlns:a16="http://schemas.microsoft.com/office/drawing/2014/main" id="{78C5DA79-6B96-4262-AF24-F5F067655864}"/>
              </a:ext>
            </a:extLst>
          </p:cNvPr>
          <p:cNvPicPr>
            <a:picLocks xmlns:a="http://schemas.openxmlformats.org/drawingml/2006/main" noChangeAspect="1"/>
          </p:cNvPicPr>
          <p:nvPr/>
        </p:nvPicPr>
        <p:blipFill>
          <a:blip xmlns:r="http://schemas.openxmlformats.org/officeDocument/2006/relationships" xmlns:a="http://schemas.openxmlformats.org/drawingml/2006/main" r:embed="R83d497fb9a22464a"/>
          <a:stretch xmlns:a="http://schemas.openxmlformats.org/drawingml/2006/main"/>
        </p:blipFill>
        <p:spPr>
          <a:xfrm xmlns:a="http://schemas.openxmlformats.org/drawingml/2006/main">
            <a:off x="1161521" y="3981450"/>
            <a:ext cx="2896658" cy="971550"/>
          </a:xfrm>
          <a:prstGeom xmlns:a="http://schemas.openxmlformats.org/drawingml/2006/main" prst="rect">
            <a:avLst/>
          </a:prstGeom>
        </p:spPr>
      </p:pic>
      <p:sp>
        <p:nvSpPr>
          <p:cNvPr id="10" name="KarmaCombatVFX-role">
            <a:extLst xmlns:a="http://schemas.openxmlformats.org/drawingml/2006/main">
              <a:ext uri="{FF2B5EF4-FFF2-40B4-BE49-F238E27FC236}">
                <a16:creationId xmlns:a16="http://schemas.microsoft.com/office/drawing/2014/main" id="{D3E4480C-EE95-4715-93EC-9BCEF0E67058}"/>
              </a:ext>
            </a:extLst>
          </p:cNvPr>
          <p:cNvSpPr>
            <a:spLocks xmlns:a="http://schemas.openxmlformats.org/drawingml/2006/main" noGrp="1"/>
          </p:cNvSpPr>
          <p:nvPr/>
        </p:nvSpPr>
        <p:spPr>
          <a:xfrm xmlns:a="http://schemas.openxmlformats.org/drawingml/2006/main">
            <a:off x="5143500" y="4029075"/>
            <a:ext cx="628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1">
                <a:solidFill>
                  <a:srgbClr val="263348"/>
                </a:solidFill>
                <a:latin typeface="Apple SD Gothic Neo"/>
                <a:ea typeface="Apple SD Gothic Neo"/>
                <a:cs typeface="Apple SD Gothic Neo"/>
              </a:defRPr>
            </a:defPPr>
            <a:lvl1pPr algn="l">
              <a:buNone/>
              <a:defRPr sz="2025" b="1">
                <a:solidFill>
                  <a:srgbClr val="263348"/>
                </a:solidFill>
                <a:latin typeface="Apple SD Gothic Neo"/>
                <a:ea typeface="Apple SD Gothic Neo"/>
                <a:cs typeface="Apple SD Gothic Neo"/>
              </a:defRPr>
            </a:lvl1pPr>
            <a:lvl2pPr algn="l">
              <a:buNone/>
              <a:defRPr sz="2025" b="1">
                <a:solidFill>
                  <a:srgbClr val="263348"/>
                </a:solidFill>
                <a:latin typeface="Apple SD Gothic Neo"/>
                <a:ea typeface="Apple SD Gothic Neo"/>
                <a:cs typeface="Apple SD Gothic Neo"/>
              </a:defRPr>
            </a:lvl2pPr>
            <a:lvl3pPr algn="l">
              <a:buNone/>
              <a:defRPr sz="2025" b="1">
                <a:solidFill>
                  <a:srgbClr val="263348"/>
                </a:solidFill>
                <a:latin typeface="Apple SD Gothic Neo"/>
                <a:ea typeface="Apple SD Gothic Neo"/>
                <a:cs typeface="Apple SD Gothic Neo"/>
              </a:defRPr>
            </a:lvl3pPr>
            <a:lvl4pPr algn="l">
              <a:buNone/>
              <a:defRPr sz="2025" b="1">
                <a:solidFill>
                  <a:srgbClr val="263348"/>
                </a:solidFill>
                <a:latin typeface="Apple SD Gothic Neo"/>
                <a:ea typeface="Apple SD Gothic Neo"/>
                <a:cs typeface="Apple SD Gothic Neo"/>
              </a:defRPr>
            </a:lvl4pPr>
            <a:lvl5pPr algn="l">
              <a:buNone/>
              <a:defRPr sz="2025" b="1">
                <a:solidFill>
                  <a:srgbClr val="263348"/>
                </a:solidFill>
                <a:latin typeface="Apple SD Gothic Neo"/>
                <a:ea typeface="Apple SD Gothic Neo"/>
                <a:cs typeface="Apple SD Gothic Neo"/>
              </a:defRPr>
            </a:lvl5pPr>
            <a:lvl6pPr algn="l">
              <a:buNone/>
              <a:defRPr sz="2025" b="1">
                <a:solidFill>
                  <a:srgbClr val="263348"/>
                </a:solidFill>
                <a:latin typeface="Apple SD Gothic Neo"/>
                <a:ea typeface="Apple SD Gothic Neo"/>
                <a:cs typeface="Apple SD Gothic Neo"/>
              </a:defRPr>
            </a:lvl6pPr>
            <a:lvl7pPr algn="l">
              <a:buNone/>
              <a:defRPr sz="2025" b="1">
                <a:solidFill>
                  <a:srgbClr val="263348"/>
                </a:solidFill>
                <a:latin typeface="Apple SD Gothic Neo"/>
                <a:ea typeface="Apple SD Gothic Neo"/>
                <a:cs typeface="Apple SD Gothic Neo"/>
              </a:defRPr>
            </a:lvl7pPr>
            <a:lvl8pPr algn="l">
              <a:buNone/>
              <a:defRPr sz="2025" b="1">
                <a:solidFill>
                  <a:srgbClr val="263348"/>
                </a:solidFill>
                <a:latin typeface="Apple SD Gothic Neo"/>
                <a:ea typeface="Apple SD Gothic Neo"/>
                <a:cs typeface="Apple SD Gothic Neo"/>
              </a:defRPr>
            </a:lvl8pPr>
            <a:lvl9pPr algn="l">
              <a:buNone/>
              <a:defRPr sz="2025" b="1">
                <a:solidFill>
                  <a:srgbClr val="263348"/>
                </a:solidFill>
                <a:latin typeface="Apple SD Gothic Neo"/>
                <a:ea typeface="Apple SD Gothic Neo"/>
                <a:cs typeface="Apple SD Gothic Neo"/>
              </a:defRPr>
            </a:lvl9pPr>
          </a:lstStyle>
          <a:p xmlns:a="http://schemas.openxmlformats.org/drawingml/2006/main">
            <a:pPr algn="l">
              <a:buNone/>
              <a:defRPr sz="2025" b="1">
                <a:solidFill>
                  <a:srgbClr val="263348"/>
                </a:solidFill>
                <a:latin typeface="Apple SD Gothic Neo"/>
                <a:ea typeface="Apple SD Gothic Neo"/>
                <a:cs typeface="Apple SD Gothic Neo"/>
              </a:defRPr>
            </a:pPr>
            <a:r>
              <a:rPr sz="2025" b="1">
                <a:solidFill>
                  <a:srgbClr val="263348"/>
                </a:solidFill>
                <a:latin typeface="Apple SD Gothic Neo"/>
                <a:ea typeface="Apple SD Gothic Neo"/>
                <a:cs typeface="Apple SD Gothic Neo"/>
              </a:rPr>
              <a:t>공통 전투 효과</a:t>
            </a:r>
          </a:p>
        </p:txBody>
      </p:sp>
      <p:sp>
        <p:nvSpPr>
          <p:cNvPr id="11" name="KarmaCombatVFX-body">
            <a:extLst xmlns:a="http://schemas.openxmlformats.org/drawingml/2006/main">
              <a:ext uri="{FF2B5EF4-FFF2-40B4-BE49-F238E27FC236}">
                <a16:creationId xmlns:a16="http://schemas.microsoft.com/office/drawing/2014/main" id="{7AD9BD2F-B255-4EC5-90E0-16EFC2E40500}"/>
              </a:ext>
            </a:extLst>
          </p:cNvPr>
          <p:cNvSpPr>
            <a:spLocks xmlns:a="http://schemas.openxmlformats.org/drawingml/2006/main" noGrp="1"/>
          </p:cNvSpPr>
          <p:nvPr/>
        </p:nvSpPr>
        <p:spPr>
          <a:xfrm xmlns:a="http://schemas.openxmlformats.org/drawingml/2006/main">
            <a:off x="5143500" y="4448175"/>
            <a:ext cx="628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465368"/>
                </a:solidFill>
                <a:latin typeface="Apple SD Gothic Neo"/>
                <a:ea typeface="Apple SD Gothic Neo"/>
                <a:cs typeface="Apple SD Gothic Neo"/>
              </a:defRPr>
            </a:defPPr>
            <a:lvl1pPr algn="l">
              <a:buNone/>
              <a:defRPr sz="1725" b="0">
                <a:solidFill>
                  <a:srgbClr val="465368"/>
                </a:solidFill>
                <a:latin typeface="Apple SD Gothic Neo"/>
                <a:ea typeface="Apple SD Gothic Neo"/>
                <a:cs typeface="Apple SD Gothic Neo"/>
              </a:defRPr>
            </a:lvl1pPr>
            <a:lvl2pPr algn="l">
              <a:buNone/>
              <a:defRPr sz="1725" b="0">
                <a:solidFill>
                  <a:srgbClr val="465368"/>
                </a:solidFill>
                <a:latin typeface="Apple SD Gothic Neo"/>
                <a:ea typeface="Apple SD Gothic Neo"/>
                <a:cs typeface="Apple SD Gothic Neo"/>
              </a:defRPr>
            </a:lvl2pPr>
            <a:lvl3pPr algn="l">
              <a:buNone/>
              <a:defRPr sz="1725" b="0">
                <a:solidFill>
                  <a:srgbClr val="465368"/>
                </a:solidFill>
                <a:latin typeface="Apple SD Gothic Neo"/>
                <a:ea typeface="Apple SD Gothic Neo"/>
                <a:cs typeface="Apple SD Gothic Neo"/>
              </a:defRPr>
            </a:lvl3pPr>
            <a:lvl4pPr algn="l">
              <a:buNone/>
              <a:defRPr sz="1725" b="0">
                <a:solidFill>
                  <a:srgbClr val="465368"/>
                </a:solidFill>
                <a:latin typeface="Apple SD Gothic Neo"/>
                <a:ea typeface="Apple SD Gothic Neo"/>
                <a:cs typeface="Apple SD Gothic Neo"/>
              </a:defRPr>
            </a:lvl4pPr>
            <a:lvl5pPr algn="l">
              <a:buNone/>
              <a:defRPr sz="1725" b="0">
                <a:solidFill>
                  <a:srgbClr val="465368"/>
                </a:solidFill>
                <a:latin typeface="Apple SD Gothic Neo"/>
                <a:ea typeface="Apple SD Gothic Neo"/>
                <a:cs typeface="Apple SD Gothic Neo"/>
              </a:defRPr>
            </a:lvl5pPr>
            <a:lvl6pPr algn="l">
              <a:buNone/>
              <a:defRPr sz="1725" b="0">
                <a:solidFill>
                  <a:srgbClr val="465368"/>
                </a:solidFill>
                <a:latin typeface="Apple SD Gothic Neo"/>
                <a:ea typeface="Apple SD Gothic Neo"/>
                <a:cs typeface="Apple SD Gothic Neo"/>
              </a:defRPr>
            </a:lvl6pPr>
            <a:lvl7pPr algn="l">
              <a:buNone/>
              <a:defRPr sz="1725" b="0">
                <a:solidFill>
                  <a:srgbClr val="465368"/>
                </a:solidFill>
                <a:latin typeface="Apple SD Gothic Neo"/>
                <a:ea typeface="Apple SD Gothic Neo"/>
                <a:cs typeface="Apple SD Gothic Neo"/>
              </a:defRPr>
            </a:lvl7pPr>
            <a:lvl8pPr algn="l">
              <a:buNone/>
              <a:defRPr sz="1725" b="0">
                <a:solidFill>
                  <a:srgbClr val="465368"/>
                </a:solidFill>
                <a:latin typeface="Apple SD Gothic Neo"/>
                <a:ea typeface="Apple SD Gothic Neo"/>
                <a:cs typeface="Apple SD Gothic Neo"/>
              </a:defRPr>
            </a:lvl8pPr>
            <a:lvl9pPr algn="l">
              <a:buNone/>
              <a:defRPr sz="1725" b="0">
                <a:solidFill>
                  <a:srgbClr val="465368"/>
                </a:solidFill>
                <a:latin typeface="Apple SD Gothic Neo"/>
                <a:ea typeface="Apple SD Gothic Neo"/>
                <a:cs typeface="Apple SD Gothic Neo"/>
              </a:defRPr>
            </a:lvl9pPr>
          </a:lstStyle>
          <a:p xmlns:a="http://schemas.openxmlformats.org/drawingml/2006/main">
            <a:pPr algn="l">
              <a:buNone/>
              <a:defRPr sz="1725" b="0">
                <a:solidFill>
                  <a:srgbClr val="465368"/>
                </a:solidFill>
                <a:latin typeface="Apple SD Gothic Neo"/>
                <a:ea typeface="Apple SD Gothic Neo"/>
                <a:cs typeface="Apple SD Gothic Neo"/>
              </a:defRPr>
            </a:pPr>
            <a:r>
              <a:rPr sz="1725" b="0">
                <a:solidFill>
                  <a:srgbClr val="465368"/>
                </a:solidFill>
                <a:latin typeface="Apple SD Gothic Neo"/>
                <a:ea typeface="Apple SD Gothic Neo"/>
                <a:cs typeface="Apple SD Gothic Neo"/>
              </a:rPr>
              <a:t>전투 스프라이트와 잔상 등의 시각효과를 생성한다</a:t>
            </a:r>
          </a:p>
        </p:txBody>
      </p:sp>
      <p:pic>
        <p:nvPicPr>
          <p:cNvPr id="12" name="">
            <a:extLst xmlns:a="http://schemas.openxmlformats.org/drawingml/2006/main">
              <a:ext uri="{FF2B5EF4-FFF2-40B4-BE49-F238E27FC236}">
                <a16:creationId xmlns:a16="http://schemas.microsoft.com/office/drawing/2014/main" id="{1FF151B5-7EAD-4959-AF75-E1F782063215}"/>
              </a:ext>
            </a:extLst>
          </p:cNvPr>
          <p:cNvPicPr>
            <a:picLocks xmlns:a="http://schemas.openxmlformats.org/drawingml/2006/main" noChangeAspect="1"/>
          </p:cNvPicPr>
          <p:nvPr/>
        </p:nvPicPr>
        <p:blipFill>
          <a:blip xmlns:r="http://schemas.openxmlformats.org/officeDocument/2006/relationships" xmlns:a="http://schemas.openxmlformats.org/drawingml/2006/main" r:embed="R368d4a07bc0c4fa3"/>
          <a:stretch xmlns:a="http://schemas.openxmlformats.org/drawingml/2006/main"/>
        </p:blipFill>
        <p:spPr>
          <a:xfrm xmlns:a="http://schemas.openxmlformats.org/drawingml/2006/main">
            <a:off x="1089554" y="5086350"/>
            <a:ext cx="3040592" cy="971550"/>
          </a:xfrm>
          <a:prstGeom xmlns:a="http://schemas.openxmlformats.org/drawingml/2006/main" prst="rect">
            <a:avLst/>
          </a:prstGeom>
        </p:spPr>
      </p:pic>
      <p:sp>
        <p:nvSpPr>
          <p:cNvPr id="13" name="KarmaRemnantVFX-role">
            <a:extLst xmlns:a="http://schemas.openxmlformats.org/drawingml/2006/main">
              <a:ext uri="{FF2B5EF4-FFF2-40B4-BE49-F238E27FC236}">
                <a16:creationId xmlns:a16="http://schemas.microsoft.com/office/drawing/2014/main" id="{34D98EE9-B240-4A15-B48B-62969ACC5039}"/>
              </a:ext>
            </a:extLst>
          </p:cNvPr>
          <p:cNvSpPr>
            <a:spLocks xmlns:a="http://schemas.openxmlformats.org/drawingml/2006/main" noGrp="1"/>
          </p:cNvSpPr>
          <p:nvPr/>
        </p:nvSpPr>
        <p:spPr>
          <a:xfrm xmlns:a="http://schemas.openxmlformats.org/drawingml/2006/main">
            <a:off x="5143500" y="5133975"/>
            <a:ext cx="628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1">
                <a:solidFill>
                  <a:srgbClr val="263348"/>
                </a:solidFill>
                <a:latin typeface="Apple SD Gothic Neo"/>
                <a:ea typeface="Apple SD Gothic Neo"/>
                <a:cs typeface="Apple SD Gothic Neo"/>
              </a:defRPr>
            </a:defPPr>
            <a:lvl1pPr algn="l">
              <a:buNone/>
              <a:defRPr sz="2025" b="1">
                <a:solidFill>
                  <a:srgbClr val="263348"/>
                </a:solidFill>
                <a:latin typeface="Apple SD Gothic Neo"/>
                <a:ea typeface="Apple SD Gothic Neo"/>
                <a:cs typeface="Apple SD Gothic Neo"/>
              </a:defRPr>
            </a:lvl1pPr>
            <a:lvl2pPr algn="l">
              <a:buNone/>
              <a:defRPr sz="2025" b="1">
                <a:solidFill>
                  <a:srgbClr val="263348"/>
                </a:solidFill>
                <a:latin typeface="Apple SD Gothic Neo"/>
                <a:ea typeface="Apple SD Gothic Neo"/>
                <a:cs typeface="Apple SD Gothic Neo"/>
              </a:defRPr>
            </a:lvl2pPr>
            <a:lvl3pPr algn="l">
              <a:buNone/>
              <a:defRPr sz="2025" b="1">
                <a:solidFill>
                  <a:srgbClr val="263348"/>
                </a:solidFill>
                <a:latin typeface="Apple SD Gothic Neo"/>
                <a:ea typeface="Apple SD Gothic Neo"/>
                <a:cs typeface="Apple SD Gothic Neo"/>
              </a:defRPr>
            </a:lvl3pPr>
            <a:lvl4pPr algn="l">
              <a:buNone/>
              <a:defRPr sz="2025" b="1">
                <a:solidFill>
                  <a:srgbClr val="263348"/>
                </a:solidFill>
                <a:latin typeface="Apple SD Gothic Neo"/>
                <a:ea typeface="Apple SD Gothic Neo"/>
                <a:cs typeface="Apple SD Gothic Neo"/>
              </a:defRPr>
            </a:lvl4pPr>
            <a:lvl5pPr algn="l">
              <a:buNone/>
              <a:defRPr sz="2025" b="1">
                <a:solidFill>
                  <a:srgbClr val="263348"/>
                </a:solidFill>
                <a:latin typeface="Apple SD Gothic Neo"/>
                <a:ea typeface="Apple SD Gothic Neo"/>
                <a:cs typeface="Apple SD Gothic Neo"/>
              </a:defRPr>
            </a:lvl5pPr>
            <a:lvl6pPr algn="l">
              <a:buNone/>
              <a:defRPr sz="2025" b="1">
                <a:solidFill>
                  <a:srgbClr val="263348"/>
                </a:solidFill>
                <a:latin typeface="Apple SD Gothic Neo"/>
                <a:ea typeface="Apple SD Gothic Neo"/>
                <a:cs typeface="Apple SD Gothic Neo"/>
              </a:defRPr>
            </a:lvl6pPr>
            <a:lvl7pPr algn="l">
              <a:buNone/>
              <a:defRPr sz="2025" b="1">
                <a:solidFill>
                  <a:srgbClr val="263348"/>
                </a:solidFill>
                <a:latin typeface="Apple SD Gothic Neo"/>
                <a:ea typeface="Apple SD Gothic Neo"/>
                <a:cs typeface="Apple SD Gothic Neo"/>
              </a:defRPr>
            </a:lvl7pPr>
            <a:lvl8pPr algn="l">
              <a:buNone/>
              <a:defRPr sz="2025" b="1">
                <a:solidFill>
                  <a:srgbClr val="263348"/>
                </a:solidFill>
                <a:latin typeface="Apple SD Gothic Neo"/>
                <a:ea typeface="Apple SD Gothic Neo"/>
                <a:cs typeface="Apple SD Gothic Neo"/>
              </a:defRPr>
            </a:lvl8pPr>
            <a:lvl9pPr algn="l">
              <a:buNone/>
              <a:defRPr sz="2025" b="1">
                <a:solidFill>
                  <a:srgbClr val="263348"/>
                </a:solidFill>
                <a:latin typeface="Apple SD Gothic Neo"/>
                <a:ea typeface="Apple SD Gothic Neo"/>
                <a:cs typeface="Apple SD Gothic Neo"/>
              </a:defRPr>
            </a:lvl9pPr>
          </a:lstStyle>
          <a:p xmlns:a="http://schemas.openxmlformats.org/drawingml/2006/main">
            <a:pPr algn="l">
              <a:buNone/>
              <a:defRPr sz="2025" b="1">
                <a:solidFill>
                  <a:srgbClr val="263348"/>
                </a:solidFill>
                <a:latin typeface="Apple SD Gothic Neo"/>
                <a:ea typeface="Apple SD Gothic Neo"/>
                <a:cs typeface="Apple SD Gothic Neo"/>
              </a:defRPr>
            </a:pPr>
            <a:r>
              <a:rPr sz="2025" b="1">
                <a:solidFill>
                  <a:srgbClr val="263348"/>
                </a:solidFill>
                <a:latin typeface="Apple SD Gothic Neo"/>
                <a:ea typeface="Apple SD Gothic Neo"/>
                <a:cs typeface="Apple SD Gothic Neo"/>
              </a:rPr>
              <a:t>고유화 관련 효과</a:t>
            </a:r>
          </a:p>
        </p:txBody>
      </p:sp>
      <p:sp>
        <p:nvSpPr>
          <p:cNvPr id="14" name="KarmaRemnantVFX-body">
            <a:extLst xmlns:a="http://schemas.openxmlformats.org/drawingml/2006/main">
              <a:ext uri="{FF2B5EF4-FFF2-40B4-BE49-F238E27FC236}">
                <a16:creationId xmlns:a16="http://schemas.microsoft.com/office/drawing/2014/main" id="{A07EF7A2-C0B3-4A36-ADC2-8F3E833FCB4F}"/>
              </a:ext>
            </a:extLst>
          </p:cNvPr>
          <p:cNvSpPr>
            <a:spLocks xmlns:a="http://schemas.openxmlformats.org/drawingml/2006/main" noGrp="1"/>
          </p:cNvSpPr>
          <p:nvPr/>
        </p:nvSpPr>
        <p:spPr>
          <a:xfrm xmlns:a="http://schemas.openxmlformats.org/drawingml/2006/main">
            <a:off x="5143500" y="5553075"/>
            <a:ext cx="628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465368"/>
                </a:solidFill>
                <a:latin typeface="Apple SD Gothic Neo"/>
                <a:ea typeface="Apple SD Gothic Neo"/>
                <a:cs typeface="Apple SD Gothic Neo"/>
              </a:defRPr>
            </a:defPPr>
            <a:lvl1pPr algn="l">
              <a:buNone/>
              <a:defRPr sz="1725" b="0">
                <a:solidFill>
                  <a:srgbClr val="465368"/>
                </a:solidFill>
                <a:latin typeface="Apple SD Gothic Neo"/>
                <a:ea typeface="Apple SD Gothic Neo"/>
                <a:cs typeface="Apple SD Gothic Neo"/>
              </a:defRPr>
            </a:lvl1pPr>
            <a:lvl2pPr algn="l">
              <a:buNone/>
              <a:defRPr sz="1725" b="0">
                <a:solidFill>
                  <a:srgbClr val="465368"/>
                </a:solidFill>
                <a:latin typeface="Apple SD Gothic Neo"/>
                <a:ea typeface="Apple SD Gothic Neo"/>
                <a:cs typeface="Apple SD Gothic Neo"/>
              </a:defRPr>
            </a:lvl2pPr>
            <a:lvl3pPr algn="l">
              <a:buNone/>
              <a:defRPr sz="1725" b="0">
                <a:solidFill>
                  <a:srgbClr val="465368"/>
                </a:solidFill>
                <a:latin typeface="Apple SD Gothic Neo"/>
                <a:ea typeface="Apple SD Gothic Neo"/>
                <a:cs typeface="Apple SD Gothic Neo"/>
              </a:defRPr>
            </a:lvl3pPr>
            <a:lvl4pPr algn="l">
              <a:buNone/>
              <a:defRPr sz="1725" b="0">
                <a:solidFill>
                  <a:srgbClr val="465368"/>
                </a:solidFill>
                <a:latin typeface="Apple SD Gothic Neo"/>
                <a:ea typeface="Apple SD Gothic Neo"/>
                <a:cs typeface="Apple SD Gothic Neo"/>
              </a:defRPr>
            </a:lvl4pPr>
            <a:lvl5pPr algn="l">
              <a:buNone/>
              <a:defRPr sz="1725" b="0">
                <a:solidFill>
                  <a:srgbClr val="465368"/>
                </a:solidFill>
                <a:latin typeface="Apple SD Gothic Neo"/>
                <a:ea typeface="Apple SD Gothic Neo"/>
                <a:cs typeface="Apple SD Gothic Neo"/>
              </a:defRPr>
            </a:lvl5pPr>
            <a:lvl6pPr algn="l">
              <a:buNone/>
              <a:defRPr sz="1725" b="0">
                <a:solidFill>
                  <a:srgbClr val="465368"/>
                </a:solidFill>
                <a:latin typeface="Apple SD Gothic Neo"/>
                <a:ea typeface="Apple SD Gothic Neo"/>
                <a:cs typeface="Apple SD Gothic Neo"/>
              </a:defRPr>
            </a:lvl6pPr>
            <a:lvl7pPr algn="l">
              <a:buNone/>
              <a:defRPr sz="1725" b="0">
                <a:solidFill>
                  <a:srgbClr val="465368"/>
                </a:solidFill>
                <a:latin typeface="Apple SD Gothic Neo"/>
                <a:ea typeface="Apple SD Gothic Neo"/>
                <a:cs typeface="Apple SD Gothic Neo"/>
              </a:defRPr>
            </a:lvl7pPr>
            <a:lvl8pPr algn="l">
              <a:buNone/>
              <a:defRPr sz="1725" b="0">
                <a:solidFill>
                  <a:srgbClr val="465368"/>
                </a:solidFill>
                <a:latin typeface="Apple SD Gothic Neo"/>
                <a:ea typeface="Apple SD Gothic Neo"/>
                <a:cs typeface="Apple SD Gothic Neo"/>
              </a:defRPr>
            </a:lvl8pPr>
            <a:lvl9pPr algn="l">
              <a:buNone/>
              <a:defRPr sz="1725" b="0">
                <a:solidFill>
                  <a:srgbClr val="465368"/>
                </a:solidFill>
                <a:latin typeface="Apple SD Gothic Neo"/>
                <a:ea typeface="Apple SD Gothic Neo"/>
                <a:cs typeface="Apple SD Gothic Neo"/>
              </a:defRPr>
            </a:lvl9pPr>
          </a:lstStyle>
          <a:p xmlns:a="http://schemas.openxmlformats.org/drawingml/2006/main">
            <a:pPr algn="l">
              <a:buNone/>
              <a:defRPr sz="1725" b="0">
                <a:solidFill>
                  <a:srgbClr val="465368"/>
                </a:solidFill>
                <a:latin typeface="Apple SD Gothic Neo"/>
                <a:ea typeface="Apple SD Gothic Neo"/>
                <a:cs typeface="Apple SD Gothic Neo"/>
              </a:defRPr>
            </a:pPr>
            <a:r>
              <a:rPr sz="1725" b="0">
                <a:solidFill>
                  <a:srgbClr val="465368"/>
                </a:solidFill>
                <a:latin typeface="Apple SD Gothic Neo"/>
                <a:ea typeface="Apple SD Gothic Neo"/>
                <a:cs typeface="Apple SD Gothic Neo"/>
              </a:rPr>
              <a:t>고유 기술 발동과 검격에 맞는 시각효과를 표시한다</a:t>
            </a:r>
          </a:p>
        </p:txBody>
      </p:sp>
      <p:sp>
        <p:nvSpPr>
          <p:cNvPr id="15" name="footer">
            <a:extLst xmlns:a="http://schemas.openxmlformats.org/drawingml/2006/main">
              <a:ext uri="{FF2B5EF4-FFF2-40B4-BE49-F238E27FC236}">
                <a16:creationId xmlns:a16="http://schemas.microsoft.com/office/drawing/2014/main" id="{3F387134-6A4C-4988-9AF9-1DC36FF35905}"/>
              </a:ext>
            </a:extLst>
          </p:cNvPr>
          <p:cNvSpPr>
            <a:spLocks xmlns:a="http://schemas.openxmlformats.org/drawingml/2006/main" noGrp="1"/>
          </p:cNvSpPr>
          <p:nvPr/>
        </p:nvSpPr>
        <p:spPr>
          <a:xfrm xmlns:a="http://schemas.openxmlformats.org/drawingml/2006/main">
            <a:off x="609600" y="64389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0">
                <a:solidFill>
                  <a:srgbClr val="768194"/>
                </a:solidFill>
                <a:latin typeface="Apple SD Gothic Neo"/>
                <a:ea typeface="Apple SD Gothic Neo"/>
                <a:cs typeface="Apple SD Gothic Neo"/>
              </a:defRPr>
            </a:defPPr>
            <a:lvl1pPr algn="l">
              <a:buNone/>
              <a:defRPr sz="1200" b="0">
                <a:solidFill>
                  <a:srgbClr val="768194"/>
                </a:solidFill>
                <a:latin typeface="Apple SD Gothic Neo"/>
                <a:ea typeface="Apple SD Gothic Neo"/>
                <a:cs typeface="Apple SD Gothic Neo"/>
              </a:defRPr>
            </a:lvl1pPr>
            <a:lvl2pPr algn="l">
              <a:buNone/>
              <a:defRPr sz="1200" b="0">
                <a:solidFill>
                  <a:srgbClr val="768194"/>
                </a:solidFill>
                <a:latin typeface="Apple SD Gothic Neo"/>
                <a:ea typeface="Apple SD Gothic Neo"/>
                <a:cs typeface="Apple SD Gothic Neo"/>
              </a:defRPr>
            </a:lvl2pPr>
            <a:lvl3pPr algn="l">
              <a:buNone/>
              <a:defRPr sz="1200" b="0">
                <a:solidFill>
                  <a:srgbClr val="768194"/>
                </a:solidFill>
                <a:latin typeface="Apple SD Gothic Neo"/>
                <a:ea typeface="Apple SD Gothic Neo"/>
                <a:cs typeface="Apple SD Gothic Neo"/>
              </a:defRPr>
            </a:lvl3pPr>
            <a:lvl4pPr algn="l">
              <a:buNone/>
              <a:defRPr sz="1200" b="0">
                <a:solidFill>
                  <a:srgbClr val="768194"/>
                </a:solidFill>
                <a:latin typeface="Apple SD Gothic Neo"/>
                <a:ea typeface="Apple SD Gothic Neo"/>
                <a:cs typeface="Apple SD Gothic Neo"/>
              </a:defRPr>
            </a:lvl4pPr>
            <a:lvl5pPr algn="l">
              <a:buNone/>
              <a:defRPr sz="1200" b="0">
                <a:solidFill>
                  <a:srgbClr val="768194"/>
                </a:solidFill>
                <a:latin typeface="Apple SD Gothic Neo"/>
                <a:ea typeface="Apple SD Gothic Neo"/>
                <a:cs typeface="Apple SD Gothic Neo"/>
              </a:defRPr>
            </a:lvl5pPr>
            <a:lvl6pPr algn="l">
              <a:buNone/>
              <a:defRPr sz="1200" b="0">
                <a:solidFill>
                  <a:srgbClr val="768194"/>
                </a:solidFill>
                <a:latin typeface="Apple SD Gothic Neo"/>
                <a:ea typeface="Apple SD Gothic Neo"/>
                <a:cs typeface="Apple SD Gothic Neo"/>
              </a:defRPr>
            </a:lvl6pPr>
            <a:lvl7pPr algn="l">
              <a:buNone/>
              <a:defRPr sz="1200" b="0">
                <a:solidFill>
                  <a:srgbClr val="768194"/>
                </a:solidFill>
                <a:latin typeface="Apple SD Gothic Neo"/>
                <a:ea typeface="Apple SD Gothic Neo"/>
                <a:cs typeface="Apple SD Gothic Neo"/>
              </a:defRPr>
            </a:lvl7pPr>
            <a:lvl8pPr algn="l">
              <a:buNone/>
              <a:defRPr sz="1200" b="0">
                <a:solidFill>
                  <a:srgbClr val="768194"/>
                </a:solidFill>
                <a:latin typeface="Apple SD Gothic Neo"/>
                <a:ea typeface="Apple SD Gothic Neo"/>
                <a:cs typeface="Apple SD Gothic Neo"/>
              </a:defRPr>
            </a:lvl8pPr>
            <a:lvl9pPr algn="l">
              <a:buNone/>
              <a:defRPr sz="1200" b="0">
                <a:solidFill>
                  <a:srgbClr val="768194"/>
                </a:solidFill>
                <a:latin typeface="Apple SD Gothic Neo"/>
                <a:ea typeface="Apple SD Gothic Neo"/>
                <a:cs typeface="Apple SD Gothic Neo"/>
              </a:defRPr>
            </a:lvl9pPr>
          </a:lstStyle>
          <a:p xmlns:a="http://schemas.openxmlformats.org/drawingml/2006/main">
            <a:pPr algn="l">
              <a:buNone/>
              <a:defRPr sz="1200" b="0">
                <a:solidFill>
                  <a:srgbClr val="768194"/>
                </a:solidFill>
                <a:latin typeface="Apple SD Gothic Neo"/>
                <a:ea typeface="Apple SD Gothic Neo"/>
                <a:cs typeface="Apple SD Gothic Neo"/>
              </a:defRPr>
            </a:pPr>
            <a:r>
              <a:rPr sz="1200" b="0">
                <a:solidFill>
                  <a:srgbClr val="768194"/>
                </a:solidFill>
                <a:latin typeface="Apple SD Gothic Neo"/>
                <a:ea typeface="Apple SD Gothic Neo"/>
                <a:cs typeface="Apple SD Gothic Neo"/>
              </a:rPr>
              <a:t>원본 자동 생성 PNG 발췌</a:t>
            </a:r>
          </a:p>
        </p:txBody>
      </p:sp>
      <p:sp>
        <p:nvSpPr>
          <p:cNvPr id="16" name="page">
            <a:extLst xmlns:a="http://schemas.openxmlformats.org/drawingml/2006/main">
              <a:ext uri="{FF2B5EF4-FFF2-40B4-BE49-F238E27FC236}">
                <a16:creationId xmlns:a16="http://schemas.microsoft.com/office/drawing/2014/main" id="{DFADE055-3967-44FF-992E-05558FD6B811}"/>
              </a:ext>
            </a:extLst>
          </p:cNvPr>
          <p:cNvSpPr>
            <a:spLocks xmlns:a="http://schemas.openxmlformats.org/drawingml/2006/main" noGrp="1"/>
          </p:cNvSpPr>
          <p:nvPr/>
        </p:nvSpPr>
        <p:spPr>
          <a:xfrm xmlns:a="http://schemas.openxmlformats.org/drawingml/2006/main">
            <a:off x="1104900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0">
                <a:solidFill>
                  <a:srgbClr val="768194"/>
                </a:solidFill>
                <a:latin typeface="Apple SD Gothic Neo"/>
                <a:ea typeface="Apple SD Gothic Neo"/>
                <a:cs typeface="Apple SD Gothic Neo"/>
              </a:defRPr>
            </a:defPPr>
            <a:lvl1pPr algn="l">
              <a:buNone/>
              <a:defRPr sz="1200" b="0">
                <a:solidFill>
                  <a:srgbClr val="768194"/>
                </a:solidFill>
                <a:latin typeface="Apple SD Gothic Neo"/>
                <a:ea typeface="Apple SD Gothic Neo"/>
                <a:cs typeface="Apple SD Gothic Neo"/>
              </a:defRPr>
            </a:lvl1pPr>
            <a:lvl2pPr algn="l">
              <a:buNone/>
              <a:defRPr sz="1200" b="0">
                <a:solidFill>
                  <a:srgbClr val="768194"/>
                </a:solidFill>
                <a:latin typeface="Apple SD Gothic Neo"/>
                <a:ea typeface="Apple SD Gothic Neo"/>
                <a:cs typeface="Apple SD Gothic Neo"/>
              </a:defRPr>
            </a:lvl2pPr>
            <a:lvl3pPr algn="l">
              <a:buNone/>
              <a:defRPr sz="1200" b="0">
                <a:solidFill>
                  <a:srgbClr val="768194"/>
                </a:solidFill>
                <a:latin typeface="Apple SD Gothic Neo"/>
                <a:ea typeface="Apple SD Gothic Neo"/>
                <a:cs typeface="Apple SD Gothic Neo"/>
              </a:defRPr>
            </a:lvl3pPr>
            <a:lvl4pPr algn="l">
              <a:buNone/>
              <a:defRPr sz="1200" b="0">
                <a:solidFill>
                  <a:srgbClr val="768194"/>
                </a:solidFill>
                <a:latin typeface="Apple SD Gothic Neo"/>
                <a:ea typeface="Apple SD Gothic Neo"/>
                <a:cs typeface="Apple SD Gothic Neo"/>
              </a:defRPr>
            </a:lvl4pPr>
            <a:lvl5pPr algn="l">
              <a:buNone/>
              <a:defRPr sz="1200" b="0">
                <a:solidFill>
                  <a:srgbClr val="768194"/>
                </a:solidFill>
                <a:latin typeface="Apple SD Gothic Neo"/>
                <a:ea typeface="Apple SD Gothic Neo"/>
                <a:cs typeface="Apple SD Gothic Neo"/>
              </a:defRPr>
            </a:lvl5pPr>
            <a:lvl6pPr algn="l">
              <a:buNone/>
              <a:defRPr sz="1200" b="0">
                <a:solidFill>
                  <a:srgbClr val="768194"/>
                </a:solidFill>
                <a:latin typeface="Apple SD Gothic Neo"/>
                <a:ea typeface="Apple SD Gothic Neo"/>
                <a:cs typeface="Apple SD Gothic Neo"/>
              </a:defRPr>
            </a:lvl6pPr>
            <a:lvl7pPr algn="l">
              <a:buNone/>
              <a:defRPr sz="1200" b="0">
                <a:solidFill>
                  <a:srgbClr val="768194"/>
                </a:solidFill>
                <a:latin typeface="Apple SD Gothic Neo"/>
                <a:ea typeface="Apple SD Gothic Neo"/>
                <a:cs typeface="Apple SD Gothic Neo"/>
              </a:defRPr>
            </a:lvl7pPr>
            <a:lvl8pPr algn="l">
              <a:buNone/>
              <a:defRPr sz="1200" b="0">
                <a:solidFill>
                  <a:srgbClr val="768194"/>
                </a:solidFill>
                <a:latin typeface="Apple SD Gothic Neo"/>
                <a:ea typeface="Apple SD Gothic Neo"/>
                <a:cs typeface="Apple SD Gothic Neo"/>
              </a:defRPr>
            </a:lvl8pPr>
            <a:lvl9pPr algn="l">
              <a:buNone/>
              <a:defRPr sz="1200" b="0">
                <a:solidFill>
                  <a:srgbClr val="768194"/>
                </a:solidFill>
                <a:latin typeface="Apple SD Gothic Neo"/>
                <a:ea typeface="Apple SD Gothic Neo"/>
                <a:cs typeface="Apple SD Gothic Neo"/>
              </a:defRPr>
            </a:lvl9pPr>
          </a:lstStyle>
          <a:p xmlns:a="http://schemas.openxmlformats.org/drawingml/2006/main">
            <a:pPr algn="l">
              <a:buNone/>
              <a:defRPr sz="1200" b="0">
                <a:solidFill>
                  <a:srgbClr val="768194"/>
                </a:solidFill>
                <a:latin typeface="Apple SD Gothic Neo"/>
                <a:ea typeface="Apple SD Gothic Neo"/>
                <a:cs typeface="Apple SD Gothic Neo"/>
              </a:defRPr>
            </a:pPr>
            <a:r>
              <a:rPr sz="1200" b="0">
                <a:solidFill>
                  <a:srgbClr val="768194"/>
                </a:solidFill>
                <a:latin typeface="Apple SD Gothic Neo"/>
                <a:ea typeface="Apple SD Gothic Neo"/>
                <a:cs typeface="Apple SD Gothic Neo"/>
              </a:rPr>
              <a:t>09</a:t>
            </a:r>
          </a:p>
        </p:txBody>
      </p:sp>
    </p:spTree>
    <p:extLst>
      <p:ext uri="{BB962C8B-B14F-4D97-AF65-F5344CB8AC3E}">
        <p14:creationId xmlns:p14="http://schemas.microsoft.com/office/powerpoint/2010/main" val="1962081431"/>
      </p:ext>
    </p:extLst>
  </p:cSld>
</p:sld>
</file>

<file path=ppt/slides/slide10.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95C12F5A-3FD7-4D84-A5A6-6D7A788B5005}"/>
              </a:ext>
            </a:extLst>
          </p:cNvPr>
          <p:cNvSpPr>
            <a:spLocks xmlns:a="http://schemas.openxmlformats.org/drawingml/2006/main" noGrp="1"/>
          </p:cNvSpPr>
          <p:nvPr/>
        </p:nvSpPr>
        <p:spPr>
          <a:xfrm xmlns:a="http://schemas.openxmlformats.org/drawingml/2006/main">
            <a:off x="609600" y="3619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b="1">
                <a:solidFill>
                  <a:srgbClr val="18283D"/>
                </a:solidFill>
                <a:latin typeface="Apple SD Gothic Neo"/>
                <a:ea typeface="Apple SD Gothic Neo"/>
                <a:cs typeface="Apple SD Gothic Neo"/>
              </a:defRPr>
            </a:defPPr>
            <a:lvl1pPr algn="l">
              <a:defRPr sz="3000" b="1">
                <a:solidFill>
                  <a:srgbClr val="18283D"/>
                </a:solidFill>
                <a:latin typeface="Apple SD Gothic Neo"/>
                <a:ea typeface="Apple SD Gothic Neo"/>
                <a:cs typeface="Apple SD Gothic Neo"/>
              </a:defRPr>
            </a:lvl1pPr>
            <a:lvl2pPr algn="l">
              <a:defRPr sz="3000" b="1">
                <a:solidFill>
                  <a:srgbClr val="18283D"/>
                </a:solidFill>
                <a:latin typeface="Apple SD Gothic Neo"/>
                <a:ea typeface="Apple SD Gothic Neo"/>
                <a:cs typeface="Apple SD Gothic Neo"/>
              </a:defRPr>
            </a:lvl2pPr>
            <a:lvl3pPr algn="l">
              <a:defRPr sz="3000" b="1">
                <a:solidFill>
                  <a:srgbClr val="18283D"/>
                </a:solidFill>
                <a:latin typeface="Apple SD Gothic Neo"/>
                <a:ea typeface="Apple SD Gothic Neo"/>
                <a:cs typeface="Apple SD Gothic Neo"/>
              </a:defRPr>
            </a:lvl3pPr>
            <a:lvl4pPr algn="l">
              <a:defRPr sz="3000" b="1">
                <a:solidFill>
                  <a:srgbClr val="18283D"/>
                </a:solidFill>
                <a:latin typeface="Apple SD Gothic Neo"/>
                <a:ea typeface="Apple SD Gothic Neo"/>
                <a:cs typeface="Apple SD Gothic Neo"/>
              </a:defRPr>
            </a:lvl4pPr>
            <a:lvl5pPr algn="l">
              <a:defRPr sz="3000" b="1">
                <a:solidFill>
                  <a:srgbClr val="18283D"/>
                </a:solidFill>
                <a:latin typeface="Apple SD Gothic Neo"/>
                <a:ea typeface="Apple SD Gothic Neo"/>
                <a:cs typeface="Apple SD Gothic Neo"/>
              </a:defRPr>
            </a:lvl5pPr>
            <a:lvl6pPr algn="l">
              <a:defRPr sz="3000" b="1">
                <a:solidFill>
                  <a:srgbClr val="18283D"/>
                </a:solidFill>
                <a:latin typeface="Apple SD Gothic Neo"/>
                <a:ea typeface="Apple SD Gothic Neo"/>
                <a:cs typeface="Apple SD Gothic Neo"/>
              </a:defRPr>
            </a:lvl6pPr>
            <a:lvl7pPr algn="l">
              <a:defRPr sz="3000" b="1">
                <a:solidFill>
                  <a:srgbClr val="18283D"/>
                </a:solidFill>
                <a:latin typeface="Apple SD Gothic Neo"/>
                <a:ea typeface="Apple SD Gothic Neo"/>
                <a:cs typeface="Apple SD Gothic Neo"/>
              </a:defRPr>
            </a:lvl7pPr>
            <a:lvl8pPr algn="l">
              <a:defRPr sz="3000" b="1">
                <a:solidFill>
                  <a:srgbClr val="18283D"/>
                </a:solidFill>
                <a:latin typeface="Apple SD Gothic Neo"/>
                <a:ea typeface="Apple SD Gothic Neo"/>
                <a:cs typeface="Apple SD Gothic Neo"/>
              </a:defRPr>
            </a:lvl8pPr>
            <a:lvl9pPr algn="l">
              <a:defRPr sz="3000" b="1">
                <a:solidFill>
                  <a:srgbClr val="18283D"/>
                </a:solidFill>
                <a:latin typeface="Apple SD Gothic Neo"/>
                <a:ea typeface="Apple SD Gothic Neo"/>
                <a:cs typeface="Apple SD Gothic Neo"/>
              </a:defRPr>
            </a:lvl9pPr>
          </a:lstStyle>
          <a:p xmlns:a="http://schemas.openxmlformats.org/drawingml/2006/main">
            <a:pPr algn="l">
              <a:defRPr sz="3000" b="1">
                <a:solidFill>
                  <a:srgbClr val="18283D"/>
                </a:solidFill>
                <a:latin typeface="Apple SD Gothic Neo"/>
                <a:ea typeface="Apple SD Gothic Neo"/>
                <a:cs typeface="Apple SD Gothic Neo"/>
              </a:defRPr>
            </a:pPr>
            <a:r>
              <a:rPr sz="3000" b="1">
                <a:solidFill>
                  <a:srgbClr val="18283D"/>
                </a:solidFill>
                <a:latin typeface="Apple SD Gothic Neo"/>
                <a:ea typeface="Apple SD Gothic Neo"/>
                <a:cs typeface="Apple SD Gothic Neo"/>
              </a:rPr>
              <a:t>보스 구현 예상 질문</a:t>
            </a:r>
          </a:p>
        </p:txBody>
      </p:sp>
      <p:sp>
        <p:nvSpPr>
          <p:cNvPr id="2" name="subtitle">
            <a:extLst xmlns:a="http://schemas.openxmlformats.org/drawingml/2006/main">
              <a:ext uri="{FF2B5EF4-FFF2-40B4-BE49-F238E27FC236}">
                <a16:creationId xmlns:a16="http://schemas.microsoft.com/office/drawing/2014/main" id="{DF5D1A12-8093-49A5-BE33-066C70B60183}"/>
              </a:ext>
            </a:extLst>
          </p:cNvPr>
          <p:cNvSpPr>
            <a:spLocks xmlns:a="http://schemas.openxmlformats.org/drawingml/2006/main" noGrp="1"/>
          </p:cNvSpPr>
          <p:nvPr/>
        </p:nvSpPr>
        <p:spPr>
          <a:xfrm xmlns:a="http://schemas.openxmlformats.org/drawingml/2006/main">
            <a:off x="609600" y="10287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526075"/>
                </a:solidFill>
                <a:latin typeface="Apple SD Gothic Neo"/>
                <a:ea typeface="Apple SD Gothic Neo"/>
                <a:cs typeface="Apple SD Gothic Neo"/>
              </a:defRPr>
            </a:defPPr>
            <a:lvl1pPr algn="l">
              <a:defRPr sz="1725" b="0">
                <a:solidFill>
                  <a:srgbClr val="526075"/>
                </a:solidFill>
                <a:latin typeface="Apple SD Gothic Neo"/>
                <a:ea typeface="Apple SD Gothic Neo"/>
                <a:cs typeface="Apple SD Gothic Neo"/>
              </a:defRPr>
            </a:lvl1pPr>
            <a:lvl2pPr algn="l">
              <a:defRPr sz="1725" b="0">
                <a:solidFill>
                  <a:srgbClr val="526075"/>
                </a:solidFill>
                <a:latin typeface="Apple SD Gothic Neo"/>
                <a:ea typeface="Apple SD Gothic Neo"/>
                <a:cs typeface="Apple SD Gothic Neo"/>
              </a:defRPr>
            </a:lvl2pPr>
            <a:lvl3pPr algn="l">
              <a:defRPr sz="1725" b="0">
                <a:solidFill>
                  <a:srgbClr val="526075"/>
                </a:solidFill>
                <a:latin typeface="Apple SD Gothic Neo"/>
                <a:ea typeface="Apple SD Gothic Neo"/>
                <a:cs typeface="Apple SD Gothic Neo"/>
              </a:defRPr>
            </a:lvl3pPr>
            <a:lvl4pPr algn="l">
              <a:defRPr sz="1725" b="0">
                <a:solidFill>
                  <a:srgbClr val="526075"/>
                </a:solidFill>
                <a:latin typeface="Apple SD Gothic Neo"/>
                <a:ea typeface="Apple SD Gothic Neo"/>
                <a:cs typeface="Apple SD Gothic Neo"/>
              </a:defRPr>
            </a:lvl4pPr>
            <a:lvl5pPr algn="l">
              <a:defRPr sz="1725" b="0">
                <a:solidFill>
                  <a:srgbClr val="526075"/>
                </a:solidFill>
                <a:latin typeface="Apple SD Gothic Neo"/>
                <a:ea typeface="Apple SD Gothic Neo"/>
                <a:cs typeface="Apple SD Gothic Neo"/>
              </a:defRPr>
            </a:lvl5pPr>
            <a:lvl6pPr algn="l">
              <a:defRPr sz="1725" b="0">
                <a:solidFill>
                  <a:srgbClr val="526075"/>
                </a:solidFill>
                <a:latin typeface="Apple SD Gothic Neo"/>
                <a:ea typeface="Apple SD Gothic Neo"/>
                <a:cs typeface="Apple SD Gothic Neo"/>
              </a:defRPr>
            </a:lvl6pPr>
            <a:lvl7pPr algn="l">
              <a:defRPr sz="1725" b="0">
                <a:solidFill>
                  <a:srgbClr val="526075"/>
                </a:solidFill>
                <a:latin typeface="Apple SD Gothic Neo"/>
                <a:ea typeface="Apple SD Gothic Neo"/>
                <a:cs typeface="Apple SD Gothic Neo"/>
              </a:defRPr>
            </a:lvl7pPr>
            <a:lvl8pPr algn="l">
              <a:defRPr sz="1725" b="0">
                <a:solidFill>
                  <a:srgbClr val="526075"/>
                </a:solidFill>
                <a:latin typeface="Apple SD Gothic Neo"/>
                <a:ea typeface="Apple SD Gothic Neo"/>
                <a:cs typeface="Apple SD Gothic Neo"/>
              </a:defRPr>
            </a:lvl8pPr>
            <a:lvl9pPr algn="l">
              <a:defRPr sz="1725" b="0">
                <a:solidFill>
                  <a:srgbClr val="526075"/>
                </a:solidFill>
                <a:latin typeface="Apple SD Gothic Neo"/>
                <a:ea typeface="Apple SD Gothic Neo"/>
                <a:cs typeface="Apple SD Gothic Neo"/>
              </a:defRPr>
            </a:lvl9pPr>
          </a:lstStyle>
          <a:p xmlns:a="http://schemas.openxmlformats.org/drawingml/2006/main">
            <a:pPr algn="l">
              <a:defRPr sz="1725" b="0">
                <a:solidFill>
                  <a:srgbClr val="526075"/>
                </a:solidFill>
                <a:latin typeface="Apple SD Gothic Neo"/>
                <a:ea typeface="Apple SD Gothic Neo"/>
                <a:cs typeface="Apple SD Gothic Neo"/>
              </a:defRPr>
            </a:pPr>
            <a:r>
              <a:rPr sz="1725" b="0">
                <a:solidFill>
                  <a:srgbClr val="526075"/>
                </a:solidFill>
                <a:latin typeface="Apple SD Gothic Neo"/>
                <a:ea typeface="Apple SD Gothic Neo"/>
                <a:cs typeface="Apple SD Gothic Neo"/>
              </a:rPr>
              <a:t>질문을 받으면 사용한 클래스와 판단 기준을 함께 설명한다</a:t>
            </a:r>
          </a:p>
        </p:txBody>
      </p:sp>
      <p:sp>
        <p:nvSpPr>
          <p:cNvPr id="3" name="source">
            <a:extLst xmlns:a="http://schemas.openxmlformats.org/drawingml/2006/main">
              <a:ext uri="{FF2B5EF4-FFF2-40B4-BE49-F238E27FC236}">
                <a16:creationId xmlns:a16="http://schemas.microsoft.com/office/drawing/2014/main" id="{2489ED6B-057C-4D66-B5F0-FA1CB3DA6D82}"/>
              </a:ext>
            </a:extLst>
          </p:cNvPr>
          <p:cNvSpPr>
            <a:spLocks xmlns:a="http://schemas.openxmlformats.org/drawingml/2006/main" noGrp="1"/>
          </p:cNvSpPr>
          <p:nvPr/>
        </p:nvSpPr>
        <p:spPr>
          <a:xfrm xmlns:a="http://schemas.openxmlformats.org/drawingml/2006/main">
            <a:off x="609600" y="643890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0">
                <a:solidFill>
                  <a:srgbClr val="768194"/>
                </a:solidFill>
                <a:latin typeface="Apple SD Gothic Neo"/>
                <a:ea typeface="Apple SD Gothic Neo"/>
                <a:cs typeface="Apple SD Gothic Neo"/>
              </a:defRPr>
            </a:defPPr>
            <a:lvl1pPr algn="l">
              <a:defRPr sz="1200" b="0">
                <a:solidFill>
                  <a:srgbClr val="768194"/>
                </a:solidFill>
                <a:latin typeface="Apple SD Gothic Neo"/>
                <a:ea typeface="Apple SD Gothic Neo"/>
                <a:cs typeface="Apple SD Gothic Neo"/>
              </a:defRPr>
            </a:lvl1pPr>
            <a:lvl2pPr algn="l">
              <a:defRPr sz="1200" b="0">
                <a:solidFill>
                  <a:srgbClr val="768194"/>
                </a:solidFill>
                <a:latin typeface="Apple SD Gothic Neo"/>
                <a:ea typeface="Apple SD Gothic Neo"/>
                <a:cs typeface="Apple SD Gothic Neo"/>
              </a:defRPr>
            </a:lvl2pPr>
            <a:lvl3pPr algn="l">
              <a:defRPr sz="1200" b="0">
                <a:solidFill>
                  <a:srgbClr val="768194"/>
                </a:solidFill>
                <a:latin typeface="Apple SD Gothic Neo"/>
                <a:ea typeface="Apple SD Gothic Neo"/>
                <a:cs typeface="Apple SD Gothic Neo"/>
              </a:defRPr>
            </a:lvl3pPr>
            <a:lvl4pPr algn="l">
              <a:defRPr sz="1200" b="0">
                <a:solidFill>
                  <a:srgbClr val="768194"/>
                </a:solidFill>
                <a:latin typeface="Apple SD Gothic Neo"/>
                <a:ea typeface="Apple SD Gothic Neo"/>
                <a:cs typeface="Apple SD Gothic Neo"/>
              </a:defRPr>
            </a:lvl4pPr>
            <a:lvl5pPr algn="l">
              <a:defRPr sz="1200" b="0">
                <a:solidFill>
                  <a:srgbClr val="768194"/>
                </a:solidFill>
                <a:latin typeface="Apple SD Gothic Neo"/>
                <a:ea typeface="Apple SD Gothic Neo"/>
                <a:cs typeface="Apple SD Gothic Neo"/>
              </a:defRPr>
            </a:lvl5pPr>
            <a:lvl6pPr algn="l">
              <a:defRPr sz="1200" b="0">
                <a:solidFill>
                  <a:srgbClr val="768194"/>
                </a:solidFill>
                <a:latin typeface="Apple SD Gothic Neo"/>
                <a:ea typeface="Apple SD Gothic Neo"/>
                <a:cs typeface="Apple SD Gothic Neo"/>
              </a:defRPr>
            </a:lvl6pPr>
            <a:lvl7pPr algn="l">
              <a:defRPr sz="1200" b="0">
                <a:solidFill>
                  <a:srgbClr val="768194"/>
                </a:solidFill>
                <a:latin typeface="Apple SD Gothic Neo"/>
                <a:ea typeface="Apple SD Gothic Neo"/>
                <a:cs typeface="Apple SD Gothic Neo"/>
              </a:defRPr>
            </a:lvl7pPr>
            <a:lvl8pPr algn="l">
              <a:defRPr sz="1200" b="0">
                <a:solidFill>
                  <a:srgbClr val="768194"/>
                </a:solidFill>
                <a:latin typeface="Apple SD Gothic Neo"/>
                <a:ea typeface="Apple SD Gothic Neo"/>
                <a:cs typeface="Apple SD Gothic Neo"/>
              </a:defRPr>
            </a:lvl8pPr>
            <a:lvl9pPr algn="l">
              <a:defRPr sz="1200" b="0">
                <a:solidFill>
                  <a:srgbClr val="768194"/>
                </a:solidFill>
                <a:latin typeface="Apple SD Gothic Neo"/>
                <a:ea typeface="Apple SD Gothic Neo"/>
                <a:cs typeface="Apple SD Gothic Neo"/>
              </a:defRPr>
            </a:lvl9pPr>
          </a:lstStyle>
          <a:p xmlns:a="http://schemas.openxmlformats.org/drawingml/2006/main">
            <a:pPr algn="l">
              <a:defRPr sz="1200" b="0">
                <a:solidFill>
                  <a:srgbClr val="768194"/>
                </a:solidFill>
                <a:latin typeface="Apple SD Gothic Neo"/>
                <a:ea typeface="Apple SD Gothic Neo"/>
                <a:cs typeface="Apple SD Gothic Neo"/>
              </a:defRPr>
            </a:pPr>
            <a:r>
              <a:rPr sz="1200" b="0">
                <a:solidFill>
                  <a:srgbClr val="768194"/>
                </a:solidFill>
                <a:latin typeface="Apple SD Gothic Neo"/>
                <a:ea typeface="Apple SD Gothic Neo"/>
                <a:cs typeface="Apple SD Gothic Neo"/>
              </a:rPr>
              <a:t>발표 보충 자료</a:t>
            </a:r>
          </a:p>
        </p:txBody>
      </p:sp>
      <p:sp>
        <p:nvSpPr>
          <p:cNvPr id="4" name="q0">
            <a:extLst xmlns:a="http://schemas.openxmlformats.org/drawingml/2006/main">
              <a:ext uri="{FF2B5EF4-FFF2-40B4-BE49-F238E27FC236}">
                <a16:creationId xmlns:a16="http://schemas.microsoft.com/office/drawing/2014/main" id="{8D769A30-CE87-4A4A-BBC0-78781E0FB98D}"/>
              </a:ext>
            </a:extLst>
          </p:cNvPr>
          <p:cNvSpPr>
            <a:spLocks xmlns:a="http://schemas.openxmlformats.org/drawingml/2006/main" noGrp="1"/>
          </p:cNvSpPr>
          <p:nvPr/>
        </p:nvSpPr>
        <p:spPr>
          <a:xfrm xmlns:a="http://schemas.openxmlformats.org/drawingml/2006/main">
            <a:off x="609600" y="175260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1">
                <a:solidFill>
                  <a:srgbClr val="263348"/>
                </a:solidFill>
                <a:latin typeface="Apple SD Gothic Neo"/>
                <a:ea typeface="Apple SD Gothic Neo"/>
                <a:cs typeface="Apple SD Gothic Neo"/>
              </a:defRPr>
            </a:defPPr>
            <a:lvl1pPr algn="l">
              <a:defRPr sz="1875" b="1">
                <a:solidFill>
                  <a:srgbClr val="263348"/>
                </a:solidFill>
                <a:latin typeface="Apple SD Gothic Neo"/>
                <a:ea typeface="Apple SD Gothic Neo"/>
                <a:cs typeface="Apple SD Gothic Neo"/>
              </a:defRPr>
            </a:lvl1pPr>
            <a:lvl2pPr algn="l">
              <a:defRPr sz="1875" b="1">
                <a:solidFill>
                  <a:srgbClr val="263348"/>
                </a:solidFill>
                <a:latin typeface="Apple SD Gothic Neo"/>
                <a:ea typeface="Apple SD Gothic Neo"/>
                <a:cs typeface="Apple SD Gothic Neo"/>
              </a:defRPr>
            </a:lvl2pPr>
            <a:lvl3pPr algn="l">
              <a:defRPr sz="1875" b="1">
                <a:solidFill>
                  <a:srgbClr val="263348"/>
                </a:solidFill>
                <a:latin typeface="Apple SD Gothic Neo"/>
                <a:ea typeface="Apple SD Gothic Neo"/>
                <a:cs typeface="Apple SD Gothic Neo"/>
              </a:defRPr>
            </a:lvl3pPr>
            <a:lvl4pPr algn="l">
              <a:defRPr sz="1875" b="1">
                <a:solidFill>
                  <a:srgbClr val="263348"/>
                </a:solidFill>
                <a:latin typeface="Apple SD Gothic Neo"/>
                <a:ea typeface="Apple SD Gothic Neo"/>
                <a:cs typeface="Apple SD Gothic Neo"/>
              </a:defRPr>
            </a:lvl4pPr>
            <a:lvl5pPr algn="l">
              <a:defRPr sz="1875" b="1">
                <a:solidFill>
                  <a:srgbClr val="263348"/>
                </a:solidFill>
                <a:latin typeface="Apple SD Gothic Neo"/>
                <a:ea typeface="Apple SD Gothic Neo"/>
                <a:cs typeface="Apple SD Gothic Neo"/>
              </a:defRPr>
            </a:lvl5pPr>
            <a:lvl6pPr algn="l">
              <a:defRPr sz="1875" b="1">
                <a:solidFill>
                  <a:srgbClr val="263348"/>
                </a:solidFill>
                <a:latin typeface="Apple SD Gothic Neo"/>
                <a:ea typeface="Apple SD Gothic Neo"/>
                <a:cs typeface="Apple SD Gothic Neo"/>
              </a:defRPr>
            </a:lvl6pPr>
            <a:lvl7pPr algn="l">
              <a:defRPr sz="1875" b="1">
                <a:solidFill>
                  <a:srgbClr val="263348"/>
                </a:solidFill>
                <a:latin typeface="Apple SD Gothic Neo"/>
                <a:ea typeface="Apple SD Gothic Neo"/>
                <a:cs typeface="Apple SD Gothic Neo"/>
              </a:defRPr>
            </a:lvl7pPr>
            <a:lvl8pPr algn="l">
              <a:defRPr sz="1875" b="1">
                <a:solidFill>
                  <a:srgbClr val="263348"/>
                </a:solidFill>
                <a:latin typeface="Apple SD Gothic Neo"/>
                <a:ea typeface="Apple SD Gothic Neo"/>
                <a:cs typeface="Apple SD Gothic Neo"/>
              </a:defRPr>
            </a:lvl8pPr>
            <a:lvl9pPr algn="l">
              <a:defRPr sz="1875" b="1">
                <a:solidFill>
                  <a:srgbClr val="263348"/>
                </a:solidFill>
                <a:latin typeface="Apple SD Gothic Neo"/>
                <a:ea typeface="Apple SD Gothic Neo"/>
                <a:cs typeface="Apple SD Gothic Neo"/>
              </a:defRPr>
            </a:lvl9pPr>
          </a:lstStyle>
          <a:p xmlns:a="http://schemas.openxmlformats.org/drawingml/2006/main">
            <a:pPr algn="l">
              <a:defRPr sz="1875" b="1">
                <a:solidFill>
                  <a:srgbClr val="263348"/>
                </a:solidFill>
                <a:latin typeface="Apple SD Gothic Neo"/>
                <a:ea typeface="Apple SD Gothic Neo"/>
                <a:cs typeface="Apple SD Gothic Neo"/>
              </a:defRPr>
            </a:pPr>
            <a:r>
              <a:rPr sz="1875" b="1">
                <a:solidFill>
                  <a:srgbClr val="263348"/>
                </a:solidFill>
                <a:latin typeface="Apple SD Gothic Neo"/>
                <a:ea typeface="Apple SD Gothic Neo"/>
                <a:cs typeface="Apple SD Gothic Neo"/>
              </a:rPr>
              <a:t>보스는 어떻게 플레이어를 따라가나요?</a:t>
            </a:r>
          </a:p>
        </p:txBody>
      </p:sp>
      <p:sp>
        <p:nvSpPr>
          <p:cNvPr id="5" name="a0">
            <a:extLst xmlns:a="http://schemas.openxmlformats.org/drawingml/2006/main">
              <a:ext uri="{FF2B5EF4-FFF2-40B4-BE49-F238E27FC236}">
                <a16:creationId xmlns:a16="http://schemas.microsoft.com/office/drawing/2014/main" id="{EC88BBD0-B704-4E76-B9D3-4248BE173A19}"/>
              </a:ext>
            </a:extLst>
          </p:cNvPr>
          <p:cNvSpPr>
            <a:spLocks xmlns:a="http://schemas.openxmlformats.org/drawingml/2006/main" noGrp="1"/>
          </p:cNvSpPr>
          <p:nvPr/>
        </p:nvSpPr>
        <p:spPr>
          <a:xfrm xmlns:a="http://schemas.openxmlformats.org/drawingml/2006/main">
            <a:off x="609600" y="20859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526075"/>
                </a:solidFill>
                <a:latin typeface="Apple SD Gothic Neo"/>
                <a:ea typeface="Apple SD Gothic Neo"/>
                <a:cs typeface="Apple SD Gothic Neo"/>
              </a:defRPr>
            </a:defPPr>
            <a:lvl1pPr algn="l">
              <a:defRPr sz="1725" b="0">
                <a:solidFill>
                  <a:srgbClr val="526075"/>
                </a:solidFill>
                <a:latin typeface="Apple SD Gothic Neo"/>
                <a:ea typeface="Apple SD Gothic Neo"/>
                <a:cs typeface="Apple SD Gothic Neo"/>
              </a:defRPr>
            </a:lvl1pPr>
            <a:lvl2pPr algn="l">
              <a:defRPr sz="1725" b="0">
                <a:solidFill>
                  <a:srgbClr val="526075"/>
                </a:solidFill>
                <a:latin typeface="Apple SD Gothic Neo"/>
                <a:ea typeface="Apple SD Gothic Neo"/>
                <a:cs typeface="Apple SD Gothic Neo"/>
              </a:defRPr>
            </a:lvl2pPr>
            <a:lvl3pPr algn="l">
              <a:defRPr sz="1725" b="0">
                <a:solidFill>
                  <a:srgbClr val="526075"/>
                </a:solidFill>
                <a:latin typeface="Apple SD Gothic Neo"/>
                <a:ea typeface="Apple SD Gothic Neo"/>
                <a:cs typeface="Apple SD Gothic Neo"/>
              </a:defRPr>
            </a:lvl3pPr>
            <a:lvl4pPr algn="l">
              <a:defRPr sz="1725" b="0">
                <a:solidFill>
                  <a:srgbClr val="526075"/>
                </a:solidFill>
                <a:latin typeface="Apple SD Gothic Neo"/>
                <a:ea typeface="Apple SD Gothic Neo"/>
                <a:cs typeface="Apple SD Gothic Neo"/>
              </a:defRPr>
            </a:lvl4pPr>
            <a:lvl5pPr algn="l">
              <a:defRPr sz="1725" b="0">
                <a:solidFill>
                  <a:srgbClr val="526075"/>
                </a:solidFill>
                <a:latin typeface="Apple SD Gothic Neo"/>
                <a:ea typeface="Apple SD Gothic Neo"/>
                <a:cs typeface="Apple SD Gothic Neo"/>
              </a:defRPr>
            </a:lvl5pPr>
            <a:lvl6pPr algn="l">
              <a:defRPr sz="1725" b="0">
                <a:solidFill>
                  <a:srgbClr val="526075"/>
                </a:solidFill>
                <a:latin typeface="Apple SD Gothic Neo"/>
                <a:ea typeface="Apple SD Gothic Neo"/>
                <a:cs typeface="Apple SD Gothic Neo"/>
              </a:defRPr>
            </a:lvl6pPr>
            <a:lvl7pPr algn="l">
              <a:defRPr sz="1725" b="0">
                <a:solidFill>
                  <a:srgbClr val="526075"/>
                </a:solidFill>
                <a:latin typeface="Apple SD Gothic Neo"/>
                <a:ea typeface="Apple SD Gothic Neo"/>
                <a:cs typeface="Apple SD Gothic Neo"/>
              </a:defRPr>
            </a:lvl7pPr>
            <a:lvl8pPr algn="l">
              <a:defRPr sz="1725" b="0">
                <a:solidFill>
                  <a:srgbClr val="526075"/>
                </a:solidFill>
                <a:latin typeface="Apple SD Gothic Neo"/>
                <a:ea typeface="Apple SD Gothic Neo"/>
                <a:cs typeface="Apple SD Gothic Neo"/>
              </a:defRPr>
            </a:lvl8pPr>
            <a:lvl9pPr algn="l">
              <a:defRPr sz="1725" b="0">
                <a:solidFill>
                  <a:srgbClr val="526075"/>
                </a:solidFill>
                <a:latin typeface="Apple SD Gothic Neo"/>
                <a:ea typeface="Apple SD Gothic Neo"/>
                <a:cs typeface="Apple SD Gothic Neo"/>
              </a:defRPr>
            </a:lvl9pPr>
          </a:lstStyle>
          <a:p xmlns:a="http://schemas.openxmlformats.org/drawingml/2006/main">
            <a:pPr algn="l">
              <a:defRPr sz="1725" b="0">
                <a:solidFill>
                  <a:srgbClr val="526075"/>
                </a:solidFill>
                <a:latin typeface="Apple SD Gothic Neo"/>
                <a:ea typeface="Apple SD Gothic Neo"/>
                <a:cs typeface="Apple SD Gothic Neo"/>
              </a:defRPr>
            </a:pPr>
            <a:r>
              <a:rPr sz="1725" b="0">
                <a:solidFill>
                  <a:srgbClr val="526075"/>
                </a:solidFill>
                <a:latin typeface="Apple SD Gothic Neo"/>
                <a:ea typeface="Apple SD Gothic Neo"/>
                <a:cs typeface="Apple SD Gothic Neo"/>
              </a:rPr>
              <a:t>Update에서 x좌표 차이를 구하고, 타입별 기준 거리보다 멀면 접근합니다.</a:t>
            </a:r>
          </a:p>
        </p:txBody>
      </p:sp>
      <p:sp>
        <p:nvSpPr>
          <p:cNvPr id="6" name="q1">
            <a:extLst xmlns:a="http://schemas.openxmlformats.org/drawingml/2006/main">
              <a:ext uri="{FF2B5EF4-FFF2-40B4-BE49-F238E27FC236}">
                <a16:creationId xmlns:a16="http://schemas.microsoft.com/office/drawing/2014/main" id="{84A0B536-CDCF-462D-9064-0D91A21F6DC1}"/>
              </a:ext>
            </a:extLst>
          </p:cNvPr>
          <p:cNvSpPr>
            <a:spLocks xmlns:a="http://schemas.openxmlformats.org/drawingml/2006/main" noGrp="1"/>
          </p:cNvSpPr>
          <p:nvPr/>
        </p:nvSpPr>
        <p:spPr>
          <a:xfrm xmlns:a="http://schemas.openxmlformats.org/drawingml/2006/main">
            <a:off x="609600" y="24955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1">
                <a:solidFill>
                  <a:srgbClr val="263348"/>
                </a:solidFill>
                <a:latin typeface="Apple SD Gothic Neo"/>
                <a:ea typeface="Apple SD Gothic Neo"/>
                <a:cs typeface="Apple SD Gothic Neo"/>
              </a:defRPr>
            </a:defPPr>
            <a:lvl1pPr algn="l">
              <a:defRPr sz="1875" b="1">
                <a:solidFill>
                  <a:srgbClr val="263348"/>
                </a:solidFill>
                <a:latin typeface="Apple SD Gothic Neo"/>
                <a:ea typeface="Apple SD Gothic Neo"/>
                <a:cs typeface="Apple SD Gothic Neo"/>
              </a:defRPr>
            </a:lvl1pPr>
            <a:lvl2pPr algn="l">
              <a:defRPr sz="1875" b="1">
                <a:solidFill>
                  <a:srgbClr val="263348"/>
                </a:solidFill>
                <a:latin typeface="Apple SD Gothic Neo"/>
                <a:ea typeface="Apple SD Gothic Neo"/>
                <a:cs typeface="Apple SD Gothic Neo"/>
              </a:defRPr>
            </a:lvl2pPr>
            <a:lvl3pPr algn="l">
              <a:defRPr sz="1875" b="1">
                <a:solidFill>
                  <a:srgbClr val="263348"/>
                </a:solidFill>
                <a:latin typeface="Apple SD Gothic Neo"/>
                <a:ea typeface="Apple SD Gothic Neo"/>
                <a:cs typeface="Apple SD Gothic Neo"/>
              </a:defRPr>
            </a:lvl3pPr>
            <a:lvl4pPr algn="l">
              <a:defRPr sz="1875" b="1">
                <a:solidFill>
                  <a:srgbClr val="263348"/>
                </a:solidFill>
                <a:latin typeface="Apple SD Gothic Neo"/>
                <a:ea typeface="Apple SD Gothic Neo"/>
                <a:cs typeface="Apple SD Gothic Neo"/>
              </a:defRPr>
            </a:lvl4pPr>
            <a:lvl5pPr algn="l">
              <a:defRPr sz="1875" b="1">
                <a:solidFill>
                  <a:srgbClr val="263348"/>
                </a:solidFill>
                <a:latin typeface="Apple SD Gothic Neo"/>
                <a:ea typeface="Apple SD Gothic Neo"/>
                <a:cs typeface="Apple SD Gothic Neo"/>
              </a:defRPr>
            </a:lvl5pPr>
            <a:lvl6pPr algn="l">
              <a:defRPr sz="1875" b="1">
                <a:solidFill>
                  <a:srgbClr val="263348"/>
                </a:solidFill>
                <a:latin typeface="Apple SD Gothic Neo"/>
                <a:ea typeface="Apple SD Gothic Neo"/>
                <a:cs typeface="Apple SD Gothic Neo"/>
              </a:defRPr>
            </a:lvl6pPr>
            <a:lvl7pPr algn="l">
              <a:defRPr sz="1875" b="1">
                <a:solidFill>
                  <a:srgbClr val="263348"/>
                </a:solidFill>
                <a:latin typeface="Apple SD Gothic Neo"/>
                <a:ea typeface="Apple SD Gothic Neo"/>
                <a:cs typeface="Apple SD Gothic Neo"/>
              </a:defRPr>
            </a:lvl7pPr>
            <a:lvl8pPr algn="l">
              <a:defRPr sz="1875" b="1">
                <a:solidFill>
                  <a:srgbClr val="263348"/>
                </a:solidFill>
                <a:latin typeface="Apple SD Gothic Neo"/>
                <a:ea typeface="Apple SD Gothic Neo"/>
                <a:cs typeface="Apple SD Gothic Neo"/>
              </a:defRPr>
            </a:lvl8pPr>
            <a:lvl9pPr algn="l">
              <a:defRPr sz="1875" b="1">
                <a:solidFill>
                  <a:srgbClr val="263348"/>
                </a:solidFill>
                <a:latin typeface="Apple SD Gothic Neo"/>
                <a:ea typeface="Apple SD Gothic Neo"/>
                <a:cs typeface="Apple SD Gothic Neo"/>
              </a:defRPr>
            </a:lvl9pPr>
          </a:lstStyle>
          <a:p xmlns:a="http://schemas.openxmlformats.org/drawingml/2006/main">
            <a:pPr algn="l">
              <a:defRPr sz="1875" b="1">
                <a:solidFill>
                  <a:srgbClr val="263348"/>
                </a:solidFill>
                <a:latin typeface="Apple SD Gothic Neo"/>
                <a:ea typeface="Apple SD Gothic Neo"/>
                <a:cs typeface="Apple SD Gothic Neo"/>
              </a:defRPr>
            </a:pPr>
            <a:r>
              <a:rPr sz="1875" b="1">
                <a:solidFill>
                  <a:srgbClr val="263348"/>
                </a:solidFill>
                <a:latin typeface="Apple SD Gothic Neo"/>
                <a:ea typeface="Apple SD Gothic Neo"/>
                <a:cs typeface="Apple SD Gothic Neo"/>
              </a:rPr>
              <a:t>이동에 물리나 길 찾기를 사용했나요?</a:t>
            </a:r>
          </a:p>
        </p:txBody>
      </p:sp>
      <p:sp>
        <p:nvSpPr>
          <p:cNvPr id="7" name="a1">
            <a:extLst xmlns:a="http://schemas.openxmlformats.org/drawingml/2006/main">
              <a:ext uri="{FF2B5EF4-FFF2-40B4-BE49-F238E27FC236}">
                <a16:creationId xmlns:a16="http://schemas.microsoft.com/office/drawing/2014/main" id="{F6F66352-C7D0-412F-A1FA-DAF2CF276958}"/>
              </a:ext>
            </a:extLst>
          </p:cNvPr>
          <p:cNvSpPr>
            <a:spLocks xmlns:a="http://schemas.openxmlformats.org/drawingml/2006/main" noGrp="1"/>
          </p:cNvSpPr>
          <p:nvPr/>
        </p:nvSpPr>
        <p:spPr>
          <a:xfrm xmlns:a="http://schemas.openxmlformats.org/drawingml/2006/main">
            <a:off x="609600" y="28289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526075"/>
                </a:solidFill>
                <a:latin typeface="Apple SD Gothic Neo"/>
                <a:ea typeface="Apple SD Gothic Neo"/>
                <a:cs typeface="Apple SD Gothic Neo"/>
              </a:defRPr>
            </a:defPPr>
            <a:lvl1pPr algn="l">
              <a:defRPr sz="1725" b="0">
                <a:solidFill>
                  <a:srgbClr val="526075"/>
                </a:solidFill>
                <a:latin typeface="Apple SD Gothic Neo"/>
                <a:ea typeface="Apple SD Gothic Neo"/>
                <a:cs typeface="Apple SD Gothic Neo"/>
              </a:defRPr>
            </a:lvl1pPr>
            <a:lvl2pPr algn="l">
              <a:defRPr sz="1725" b="0">
                <a:solidFill>
                  <a:srgbClr val="526075"/>
                </a:solidFill>
                <a:latin typeface="Apple SD Gothic Neo"/>
                <a:ea typeface="Apple SD Gothic Neo"/>
                <a:cs typeface="Apple SD Gothic Neo"/>
              </a:defRPr>
            </a:lvl2pPr>
            <a:lvl3pPr algn="l">
              <a:defRPr sz="1725" b="0">
                <a:solidFill>
                  <a:srgbClr val="526075"/>
                </a:solidFill>
                <a:latin typeface="Apple SD Gothic Neo"/>
                <a:ea typeface="Apple SD Gothic Neo"/>
                <a:cs typeface="Apple SD Gothic Neo"/>
              </a:defRPr>
            </a:lvl3pPr>
            <a:lvl4pPr algn="l">
              <a:defRPr sz="1725" b="0">
                <a:solidFill>
                  <a:srgbClr val="526075"/>
                </a:solidFill>
                <a:latin typeface="Apple SD Gothic Neo"/>
                <a:ea typeface="Apple SD Gothic Neo"/>
                <a:cs typeface="Apple SD Gothic Neo"/>
              </a:defRPr>
            </a:lvl4pPr>
            <a:lvl5pPr algn="l">
              <a:defRPr sz="1725" b="0">
                <a:solidFill>
                  <a:srgbClr val="526075"/>
                </a:solidFill>
                <a:latin typeface="Apple SD Gothic Neo"/>
                <a:ea typeface="Apple SD Gothic Neo"/>
                <a:cs typeface="Apple SD Gothic Neo"/>
              </a:defRPr>
            </a:lvl5pPr>
            <a:lvl6pPr algn="l">
              <a:defRPr sz="1725" b="0">
                <a:solidFill>
                  <a:srgbClr val="526075"/>
                </a:solidFill>
                <a:latin typeface="Apple SD Gothic Neo"/>
                <a:ea typeface="Apple SD Gothic Neo"/>
                <a:cs typeface="Apple SD Gothic Neo"/>
              </a:defRPr>
            </a:lvl6pPr>
            <a:lvl7pPr algn="l">
              <a:defRPr sz="1725" b="0">
                <a:solidFill>
                  <a:srgbClr val="526075"/>
                </a:solidFill>
                <a:latin typeface="Apple SD Gothic Neo"/>
                <a:ea typeface="Apple SD Gothic Neo"/>
                <a:cs typeface="Apple SD Gothic Neo"/>
              </a:defRPr>
            </a:lvl7pPr>
            <a:lvl8pPr algn="l">
              <a:defRPr sz="1725" b="0">
                <a:solidFill>
                  <a:srgbClr val="526075"/>
                </a:solidFill>
                <a:latin typeface="Apple SD Gothic Neo"/>
                <a:ea typeface="Apple SD Gothic Neo"/>
                <a:cs typeface="Apple SD Gothic Neo"/>
              </a:defRPr>
            </a:lvl8pPr>
            <a:lvl9pPr algn="l">
              <a:defRPr sz="1725" b="0">
                <a:solidFill>
                  <a:srgbClr val="526075"/>
                </a:solidFill>
                <a:latin typeface="Apple SD Gothic Neo"/>
                <a:ea typeface="Apple SD Gothic Neo"/>
                <a:cs typeface="Apple SD Gothic Neo"/>
              </a:defRPr>
            </a:lvl9pPr>
          </a:lstStyle>
          <a:p xmlns:a="http://schemas.openxmlformats.org/drawingml/2006/main">
            <a:pPr algn="l">
              <a:defRPr sz="1725" b="0">
                <a:solidFill>
                  <a:srgbClr val="526075"/>
                </a:solidFill>
                <a:latin typeface="Apple SD Gothic Neo"/>
                <a:ea typeface="Apple SD Gothic Neo"/>
                <a:cs typeface="Apple SD Gothic Neo"/>
              </a:defRPr>
            </a:pPr>
            <a:r>
              <a:rPr sz="1725" b="0">
                <a:solidFill>
                  <a:srgbClr val="526075"/>
                </a:solidFill>
                <a:latin typeface="Apple SD Gothic Neo"/>
                <a:ea typeface="Apple SD Gothic Neo"/>
                <a:cs typeface="Apple SD Gothic Neo"/>
              </a:rPr>
              <a:t>좌표를 직접 제어합니다. 일반 이동은 Move, 도약과 돌진은 Motion입니다.</a:t>
            </a:r>
          </a:p>
        </p:txBody>
      </p:sp>
      <p:sp>
        <p:nvSpPr>
          <p:cNvPr id="8" name="q2">
            <a:extLst xmlns:a="http://schemas.openxmlformats.org/drawingml/2006/main">
              <a:ext uri="{FF2B5EF4-FFF2-40B4-BE49-F238E27FC236}">
                <a16:creationId xmlns:a16="http://schemas.microsoft.com/office/drawing/2014/main" id="{FF7F9C9E-9940-4C47-A844-2EA3AD766A5B}"/>
              </a:ext>
            </a:extLst>
          </p:cNvPr>
          <p:cNvSpPr>
            <a:spLocks xmlns:a="http://schemas.openxmlformats.org/drawingml/2006/main" noGrp="1"/>
          </p:cNvSpPr>
          <p:nvPr/>
        </p:nvSpPr>
        <p:spPr>
          <a:xfrm xmlns:a="http://schemas.openxmlformats.org/drawingml/2006/main">
            <a:off x="609600" y="323850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1">
                <a:solidFill>
                  <a:srgbClr val="263348"/>
                </a:solidFill>
                <a:latin typeface="Apple SD Gothic Neo"/>
                <a:ea typeface="Apple SD Gothic Neo"/>
                <a:cs typeface="Apple SD Gothic Neo"/>
              </a:defRPr>
            </a:defPPr>
            <a:lvl1pPr algn="l">
              <a:defRPr sz="1875" b="1">
                <a:solidFill>
                  <a:srgbClr val="263348"/>
                </a:solidFill>
                <a:latin typeface="Apple SD Gothic Neo"/>
                <a:ea typeface="Apple SD Gothic Neo"/>
                <a:cs typeface="Apple SD Gothic Neo"/>
              </a:defRPr>
            </a:lvl1pPr>
            <a:lvl2pPr algn="l">
              <a:defRPr sz="1875" b="1">
                <a:solidFill>
                  <a:srgbClr val="263348"/>
                </a:solidFill>
                <a:latin typeface="Apple SD Gothic Neo"/>
                <a:ea typeface="Apple SD Gothic Neo"/>
                <a:cs typeface="Apple SD Gothic Neo"/>
              </a:defRPr>
            </a:lvl2pPr>
            <a:lvl3pPr algn="l">
              <a:defRPr sz="1875" b="1">
                <a:solidFill>
                  <a:srgbClr val="263348"/>
                </a:solidFill>
                <a:latin typeface="Apple SD Gothic Neo"/>
                <a:ea typeface="Apple SD Gothic Neo"/>
                <a:cs typeface="Apple SD Gothic Neo"/>
              </a:defRPr>
            </a:lvl3pPr>
            <a:lvl4pPr algn="l">
              <a:defRPr sz="1875" b="1">
                <a:solidFill>
                  <a:srgbClr val="263348"/>
                </a:solidFill>
                <a:latin typeface="Apple SD Gothic Neo"/>
                <a:ea typeface="Apple SD Gothic Neo"/>
                <a:cs typeface="Apple SD Gothic Neo"/>
              </a:defRPr>
            </a:lvl4pPr>
            <a:lvl5pPr algn="l">
              <a:defRPr sz="1875" b="1">
                <a:solidFill>
                  <a:srgbClr val="263348"/>
                </a:solidFill>
                <a:latin typeface="Apple SD Gothic Neo"/>
                <a:ea typeface="Apple SD Gothic Neo"/>
                <a:cs typeface="Apple SD Gothic Neo"/>
              </a:defRPr>
            </a:lvl5pPr>
            <a:lvl6pPr algn="l">
              <a:defRPr sz="1875" b="1">
                <a:solidFill>
                  <a:srgbClr val="263348"/>
                </a:solidFill>
                <a:latin typeface="Apple SD Gothic Neo"/>
                <a:ea typeface="Apple SD Gothic Neo"/>
                <a:cs typeface="Apple SD Gothic Neo"/>
              </a:defRPr>
            </a:lvl6pPr>
            <a:lvl7pPr algn="l">
              <a:defRPr sz="1875" b="1">
                <a:solidFill>
                  <a:srgbClr val="263348"/>
                </a:solidFill>
                <a:latin typeface="Apple SD Gothic Neo"/>
                <a:ea typeface="Apple SD Gothic Neo"/>
                <a:cs typeface="Apple SD Gothic Neo"/>
              </a:defRPr>
            </a:lvl7pPr>
            <a:lvl8pPr algn="l">
              <a:defRPr sz="1875" b="1">
                <a:solidFill>
                  <a:srgbClr val="263348"/>
                </a:solidFill>
                <a:latin typeface="Apple SD Gothic Neo"/>
                <a:ea typeface="Apple SD Gothic Neo"/>
                <a:cs typeface="Apple SD Gothic Neo"/>
              </a:defRPr>
            </a:lvl8pPr>
            <a:lvl9pPr algn="l">
              <a:defRPr sz="1875" b="1">
                <a:solidFill>
                  <a:srgbClr val="263348"/>
                </a:solidFill>
                <a:latin typeface="Apple SD Gothic Neo"/>
                <a:ea typeface="Apple SD Gothic Neo"/>
                <a:cs typeface="Apple SD Gothic Neo"/>
              </a:defRPr>
            </a:lvl9pPr>
          </a:lstStyle>
          <a:p xmlns:a="http://schemas.openxmlformats.org/drawingml/2006/main">
            <a:pPr algn="l">
              <a:defRPr sz="1875" b="1">
                <a:solidFill>
                  <a:srgbClr val="263348"/>
                </a:solidFill>
                <a:latin typeface="Apple SD Gothic Neo"/>
                <a:ea typeface="Apple SD Gothic Neo"/>
                <a:cs typeface="Apple SD Gothic Neo"/>
              </a:defRPr>
            </a:pPr>
            <a:r>
              <a:rPr sz="1875" b="1">
                <a:solidFill>
                  <a:srgbClr val="263348"/>
                </a:solidFill>
                <a:latin typeface="Apple SD Gothic Neo"/>
                <a:ea typeface="Apple SD Gothic Neo"/>
                <a:cs typeface="Apple SD Gothic Neo"/>
              </a:rPr>
              <a:t>공격은 무작위로 선택하나요?</a:t>
            </a:r>
          </a:p>
        </p:txBody>
      </p:sp>
      <p:sp>
        <p:nvSpPr>
          <p:cNvPr id="9" name="a2">
            <a:extLst xmlns:a="http://schemas.openxmlformats.org/drawingml/2006/main">
              <a:ext uri="{FF2B5EF4-FFF2-40B4-BE49-F238E27FC236}">
                <a16:creationId xmlns:a16="http://schemas.microsoft.com/office/drawing/2014/main" id="{977937B5-9DD2-4899-AA6D-D3917E27D758}"/>
              </a:ext>
            </a:extLst>
          </p:cNvPr>
          <p:cNvSpPr>
            <a:spLocks xmlns:a="http://schemas.openxmlformats.org/drawingml/2006/main" noGrp="1"/>
          </p:cNvSpPr>
          <p:nvPr/>
        </p:nvSpPr>
        <p:spPr>
          <a:xfrm xmlns:a="http://schemas.openxmlformats.org/drawingml/2006/main">
            <a:off x="609600" y="35718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526075"/>
                </a:solidFill>
                <a:latin typeface="Apple SD Gothic Neo"/>
                <a:ea typeface="Apple SD Gothic Neo"/>
                <a:cs typeface="Apple SD Gothic Neo"/>
              </a:defRPr>
            </a:defPPr>
            <a:lvl1pPr algn="l">
              <a:defRPr sz="1725" b="0">
                <a:solidFill>
                  <a:srgbClr val="526075"/>
                </a:solidFill>
                <a:latin typeface="Apple SD Gothic Neo"/>
                <a:ea typeface="Apple SD Gothic Neo"/>
                <a:cs typeface="Apple SD Gothic Neo"/>
              </a:defRPr>
            </a:lvl1pPr>
            <a:lvl2pPr algn="l">
              <a:defRPr sz="1725" b="0">
                <a:solidFill>
                  <a:srgbClr val="526075"/>
                </a:solidFill>
                <a:latin typeface="Apple SD Gothic Neo"/>
                <a:ea typeface="Apple SD Gothic Neo"/>
                <a:cs typeface="Apple SD Gothic Neo"/>
              </a:defRPr>
            </a:lvl2pPr>
            <a:lvl3pPr algn="l">
              <a:defRPr sz="1725" b="0">
                <a:solidFill>
                  <a:srgbClr val="526075"/>
                </a:solidFill>
                <a:latin typeface="Apple SD Gothic Neo"/>
                <a:ea typeface="Apple SD Gothic Neo"/>
                <a:cs typeface="Apple SD Gothic Neo"/>
              </a:defRPr>
            </a:lvl3pPr>
            <a:lvl4pPr algn="l">
              <a:defRPr sz="1725" b="0">
                <a:solidFill>
                  <a:srgbClr val="526075"/>
                </a:solidFill>
                <a:latin typeface="Apple SD Gothic Neo"/>
                <a:ea typeface="Apple SD Gothic Neo"/>
                <a:cs typeface="Apple SD Gothic Neo"/>
              </a:defRPr>
            </a:lvl4pPr>
            <a:lvl5pPr algn="l">
              <a:defRPr sz="1725" b="0">
                <a:solidFill>
                  <a:srgbClr val="526075"/>
                </a:solidFill>
                <a:latin typeface="Apple SD Gothic Neo"/>
                <a:ea typeface="Apple SD Gothic Neo"/>
                <a:cs typeface="Apple SD Gothic Neo"/>
              </a:defRPr>
            </a:lvl5pPr>
            <a:lvl6pPr algn="l">
              <a:defRPr sz="1725" b="0">
                <a:solidFill>
                  <a:srgbClr val="526075"/>
                </a:solidFill>
                <a:latin typeface="Apple SD Gothic Neo"/>
                <a:ea typeface="Apple SD Gothic Neo"/>
                <a:cs typeface="Apple SD Gothic Neo"/>
              </a:defRPr>
            </a:lvl6pPr>
            <a:lvl7pPr algn="l">
              <a:defRPr sz="1725" b="0">
                <a:solidFill>
                  <a:srgbClr val="526075"/>
                </a:solidFill>
                <a:latin typeface="Apple SD Gothic Neo"/>
                <a:ea typeface="Apple SD Gothic Neo"/>
                <a:cs typeface="Apple SD Gothic Neo"/>
              </a:defRPr>
            </a:lvl7pPr>
            <a:lvl8pPr algn="l">
              <a:defRPr sz="1725" b="0">
                <a:solidFill>
                  <a:srgbClr val="526075"/>
                </a:solidFill>
                <a:latin typeface="Apple SD Gothic Neo"/>
                <a:ea typeface="Apple SD Gothic Neo"/>
                <a:cs typeface="Apple SD Gothic Neo"/>
              </a:defRPr>
            </a:lvl8pPr>
            <a:lvl9pPr algn="l">
              <a:defRPr sz="1725" b="0">
                <a:solidFill>
                  <a:srgbClr val="526075"/>
                </a:solidFill>
                <a:latin typeface="Apple SD Gothic Neo"/>
                <a:ea typeface="Apple SD Gothic Neo"/>
                <a:cs typeface="Apple SD Gothic Neo"/>
              </a:defRPr>
            </a:lvl9pPr>
          </a:lstStyle>
          <a:p xmlns:a="http://schemas.openxmlformats.org/drawingml/2006/main">
            <a:pPr algn="l">
              <a:defRPr sz="1725" b="0">
                <a:solidFill>
                  <a:srgbClr val="526075"/>
                </a:solidFill>
                <a:latin typeface="Apple SD Gothic Neo"/>
                <a:ea typeface="Apple SD Gothic Neo"/>
                <a:cs typeface="Apple SD Gothic Neo"/>
              </a:defRPr>
            </a:pPr>
            <a:r>
              <a:rPr sz="1725" b="0">
                <a:solidFill>
                  <a:srgbClr val="526075"/>
                </a:solidFill>
                <a:latin typeface="Apple SD Gothic Neo"/>
                <a:ea typeface="Apple SD Gothic Neo"/>
                <a:cs typeface="Apple SD Gothic Neo"/>
              </a:rPr>
              <a:t>계승 패턴 목록을 순환하면서 CanSelect의 조건을 만족하는 후보를 고릅니다.</a:t>
            </a:r>
          </a:p>
        </p:txBody>
      </p:sp>
      <p:sp>
        <p:nvSpPr>
          <p:cNvPr id="10" name="q3">
            <a:extLst xmlns:a="http://schemas.openxmlformats.org/drawingml/2006/main">
              <a:ext uri="{FF2B5EF4-FFF2-40B4-BE49-F238E27FC236}">
                <a16:creationId xmlns:a16="http://schemas.microsoft.com/office/drawing/2014/main" id="{3DBF9004-1902-4263-A671-EE258C09E328}"/>
              </a:ext>
            </a:extLst>
          </p:cNvPr>
          <p:cNvSpPr>
            <a:spLocks xmlns:a="http://schemas.openxmlformats.org/drawingml/2006/main" noGrp="1"/>
          </p:cNvSpPr>
          <p:nvPr/>
        </p:nvSpPr>
        <p:spPr>
          <a:xfrm xmlns:a="http://schemas.openxmlformats.org/drawingml/2006/main">
            <a:off x="609600" y="39814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1">
                <a:solidFill>
                  <a:srgbClr val="263348"/>
                </a:solidFill>
                <a:latin typeface="Apple SD Gothic Neo"/>
                <a:ea typeface="Apple SD Gothic Neo"/>
                <a:cs typeface="Apple SD Gothic Neo"/>
              </a:defRPr>
            </a:defPPr>
            <a:lvl1pPr algn="l">
              <a:defRPr sz="1875" b="1">
                <a:solidFill>
                  <a:srgbClr val="263348"/>
                </a:solidFill>
                <a:latin typeface="Apple SD Gothic Neo"/>
                <a:ea typeface="Apple SD Gothic Neo"/>
                <a:cs typeface="Apple SD Gothic Neo"/>
              </a:defRPr>
            </a:lvl1pPr>
            <a:lvl2pPr algn="l">
              <a:defRPr sz="1875" b="1">
                <a:solidFill>
                  <a:srgbClr val="263348"/>
                </a:solidFill>
                <a:latin typeface="Apple SD Gothic Neo"/>
                <a:ea typeface="Apple SD Gothic Neo"/>
                <a:cs typeface="Apple SD Gothic Neo"/>
              </a:defRPr>
            </a:lvl2pPr>
            <a:lvl3pPr algn="l">
              <a:defRPr sz="1875" b="1">
                <a:solidFill>
                  <a:srgbClr val="263348"/>
                </a:solidFill>
                <a:latin typeface="Apple SD Gothic Neo"/>
                <a:ea typeface="Apple SD Gothic Neo"/>
                <a:cs typeface="Apple SD Gothic Neo"/>
              </a:defRPr>
            </a:lvl3pPr>
            <a:lvl4pPr algn="l">
              <a:defRPr sz="1875" b="1">
                <a:solidFill>
                  <a:srgbClr val="263348"/>
                </a:solidFill>
                <a:latin typeface="Apple SD Gothic Neo"/>
                <a:ea typeface="Apple SD Gothic Neo"/>
                <a:cs typeface="Apple SD Gothic Neo"/>
              </a:defRPr>
            </a:lvl4pPr>
            <a:lvl5pPr algn="l">
              <a:defRPr sz="1875" b="1">
                <a:solidFill>
                  <a:srgbClr val="263348"/>
                </a:solidFill>
                <a:latin typeface="Apple SD Gothic Neo"/>
                <a:ea typeface="Apple SD Gothic Neo"/>
                <a:cs typeface="Apple SD Gothic Neo"/>
              </a:defRPr>
            </a:lvl5pPr>
            <a:lvl6pPr algn="l">
              <a:defRPr sz="1875" b="1">
                <a:solidFill>
                  <a:srgbClr val="263348"/>
                </a:solidFill>
                <a:latin typeface="Apple SD Gothic Neo"/>
                <a:ea typeface="Apple SD Gothic Neo"/>
                <a:cs typeface="Apple SD Gothic Neo"/>
              </a:defRPr>
            </a:lvl6pPr>
            <a:lvl7pPr algn="l">
              <a:defRPr sz="1875" b="1">
                <a:solidFill>
                  <a:srgbClr val="263348"/>
                </a:solidFill>
                <a:latin typeface="Apple SD Gothic Neo"/>
                <a:ea typeface="Apple SD Gothic Neo"/>
                <a:cs typeface="Apple SD Gothic Neo"/>
              </a:defRPr>
            </a:lvl7pPr>
            <a:lvl8pPr algn="l">
              <a:defRPr sz="1875" b="1">
                <a:solidFill>
                  <a:srgbClr val="263348"/>
                </a:solidFill>
                <a:latin typeface="Apple SD Gothic Neo"/>
                <a:ea typeface="Apple SD Gothic Neo"/>
                <a:cs typeface="Apple SD Gothic Neo"/>
              </a:defRPr>
            </a:lvl8pPr>
            <a:lvl9pPr algn="l">
              <a:defRPr sz="1875" b="1">
                <a:solidFill>
                  <a:srgbClr val="263348"/>
                </a:solidFill>
                <a:latin typeface="Apple SD Gothic Neo"/>
                <a:ea typeface="Apple SD Gothic Neo"/>
                <a:cs typeface="Apple SD Gothic Neo"/>
              </a:defRPr>
            </a:lvl9pPr>
          </a:lstStyle>
          <a:p xmlns:a="http://schemas.openxmlformats.org/drawingml/2006/main">
            <a:pPr algn="l">
              <a:defRPr sz="1875" b="1">
                <a:solidFill>
                  <a:srgbClr val="263348"/>
                </a:solidFill>
                <a:latin typeface="Apple SD Gothic Neo"/>
                <a:ea typeface="Apple SD Gothic Neo"/>
                <a:cs typeface="Apple SD Gothic Neo"/>
              </a:defRPr>
            </a:pPr>
            <a:r>
              <a:rPr sz="1875" b="1">
                <a:solidFill>
                  <a:srgbClr val="263348"/>
                </a:solidFill>
                <a:latin typeface="Apple SD Gothic Neo"/>
                <a:ea typeface="Apple SD Gothic Neo"/>
                <a:cs typeface="Apple SD Gothic Neo"/>
              </a:rPr>
              <a:t>빠른 공격이 플레이어를 통과하면요?</a:t>
            </a:r>
          </a:p>
        </p:txBody>
      </p:sp>
      <p:sp>
        <p:nvSpPr>
          <p:cNvPr id="11" name="a3">
            <a:extLst xmlns:a="http://schemas.openxmlformats.org/drawingml/2006/main">
              <a:ext uri="{FF2B5EF4-FFF2-40B4-BE49-F238E27FC236}">
                <a16:creationId xmlns:a16="http://schemas.microsoft.com/office/drawing/2014/main" id="{53D82698-3B08-41C8-84DE-F1A0A82487E1}"/>
              </a:ext>
            </a:extLst>
          </p:cNvPr>
          <p:cNvSpPr>
            <a:spLocks xmlns:a="http://schemas.openxmlformats.org/drawingml/2006/main" noGrp="1"/>
          </p:cNvSpPr>
          <p:nvPr/>
        </p:nvSpPr>
        <p:spPr>
          <a:xfrm xmlns:a="http://schemas.openxmlformats.org/drawingml/2006/main">
            <a:off x="609600" y="43148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526075"/>
                </a:solidFill>
                <a:latin typeface="Apple SD Gothic Neo"/>
                <a:ea typeface="Apple SD Gothic Neo"/>
                <a:cs typeface="Apple SD Gothic Neo"/>
              </a:defRPr>
            </a:defPPr>
            <a:lvl1pPr algn="l">
              <a:defRPr sz="1725" b="0">
                <a:solidFill>
                  <a:srgbClr val="526075"/>
                </a:solidFill>
                <a:latin typeface="Apple SD Gothic Neo"/>
                <a:ea typeface="Apple SD Gothic Neo"/>
                <a:cs typeface="Apple SD Gothic Neo"/>
              </a:defRPr>
            </a:lvl1pPr>
            <a:lvl2pPr algn="l">
              <a:defRPr sz="1725" b="0">
                <a:solidFill>
                  <a:srgbClr val="526075"/>
                </a:solidFill>
                <a:latin typeface="Apple SD Gothic Neo"/>
                <a:ea typeface="Apple SD Gothic Neo"/>
                <a:cs typeface="Apple SD Gothic Neo"/>
              </a:defRPr>
            </a:lvl2pPr>
            <a:lvl3pPr algn="l">
              <a:defRPr sz="1725" b="0">
                <a:solidFill>
                  <a:srgbClr val="526075"/>
                </a:solidFill>
                <a:latin typeface="Apple SD Gothic Neo"/>
                <a:ea typeface="Apple SD Gothic Neo"/>
                <a:cs typeface="Apple SD Gothic Neo"/>
              </a:defRPr>
            </a:lvl3pPr>
            <a:lvl4pPr algn="l">
              <a:defRPr sz="1725" b="0">
                <a:solidFill>
                  <a:srgbClr val="526075"/>
                </a:solidFill>
                <a:latin typeface="Apple SD Gothic Neo"/>
                <a:ea typeface="Apple SD Gothic Neo"/>
                <a:cs typeface="Apple SD Gothic Neo"/>
              </a:defRPr>
            </a:lvl4pPr>
            <a:lvl5pPr algn="l">
              <a:defRPr sz="1725" b="0">
                <a:solidFill>
                  <a:srgbClr val="526075"/>
                </a:solidFill>
                <a:latin typeface="Apple SD Gothic Neo"/>
                <a:ea typeface="Apple SD Gothic Neo"/>
                <a:cs typeface="Apple SD Gothic Neo"/>
              </a:defRPr>
            </a:lvl5pPr>
            <a:lvl6pPr algn="l">
              <a:defRPr sz="1725" b="0">
                <a:solidFill>
                  <a:srgbClr val="526075"/>
                </a:solidFill>
                <a:latin typeface="Apple SD Gothic Neo"/>
                <a:ea typeface="Apple SD Gothic Neo"/>
                <a:cs typeface="Apple SD Gothic Neo"/>
              </a:defRPr>
            </a:lvl6pPr>
            <a:lvl7pPr algn="l">
              <a:defRPr sz="1725" b="0">
                <a:solidFill>
                  <a:srgbClr val="526075"/>
                </a:solidFill>
                <a:latin typeface="Apple SD Gothic Neo"/>
                <a:ea typeface="Apple SD Gothic Neo"/>
                <a:cs typeface="Apple SD Gothic Neo"/>
              </a:defRPr>
            </a:lvl7pPr>
            <a:lvl8pPr algn="l">
              <a:defRPr sz="1725" b="0">
                <a:solidFill>
                  <a:srgbClr val="526075"/>
                </a:solidFill>
                <a:latin typeface="Apple SD Gothic Neo"/>
                <a:ea typeface="Apple SD Gothic Neo"/>
                <a:cs typeface="Apple SD Gothic Neo"/>
              </a:defRPr>
            </a:lvl8pPr>
            <a:lvl9pPr algn="l">
              <a:defRPr sz="1725" b="0">
                <a:solidFill>
                  <a:srgbClr val="526075"/>
                </a:solidFill>
                <a:latin typeface="Apple SD Gothic Neo"/>
                <a:ea typeface="Apple SD Gothic Neo"/>
                <a:cs typeface="Apple SD Gothic Neo"/>
              </a:defRPr>
            </a:lvl9pPr>
          </a:lstStyle>
          <a:p xmlns:a="http://schemas.openxmlformats.org/drawingml/2006/main">
            <a:pPr algn="l">
              <a:defRPr sz="1725" b="0">
                <a:solidFill>
                  <a:srgbClr val="526075"/>
                </a:solidFill>
                <a:latin typeface="Apple SD Gothic Neo"/>
                <a:ea typeface="Apple SD Gothic Neo"/>
                <a:cs typeface="Apple SD Gothic Neo"/>
              </a:defRPr>
            </a:pPr>
            <a:r>
              <a:rPr sz="1725" b="0">
                <a:solidFill>
                  <a:srgbClr val="526075"/>
                </a:solidFill>
                <a:latin typeface="Apple SD Gothic Neo"/>
                <a:ea typeface="Apple SD Gothic Neo"/>
                <a:cs typeface="Apple SD Gothic Neo"/>
              </a:rPr>
              <a:t>시작점과 끝점 사이의 경로를 SweptBox로 검사합니다.</a:t>
            </a:r>
          </a:p>
        </p:txBody>
      </p:sp>
      <p:sp>
        <p:nvSpPr>
          <p:cNvPr id="12" name="q4">
            <a:extLst xmlns:a="http://schemas.openxmlformats.org/drawingml/2006/main">
              <a:ext uri="{FF2B5EF4-FFF2-40B4-BE49-F238E27FC236}">
                <a16:creationId xmlns:a16="http://schemas.microsoft.com/office/drawing/2014/main" id="{8E85A6B9-1979-465B-AA72-483A62FAEA24}"/>
              </a:ext>
            </a:extLst>
          </p:cNvPr>
          <p:cNvSpPr>
            <a:spLocks xmlns:a="http://schemas.openxmlformats.org/drawingml/2006/main" noGrp="1"/>
          </p:cNvSpPr>
          <p:nvPr/>
        </p:nvSpPr>
        <p:spPr>
          <a:xfrm xmlns:a="http://schemas.openxmlformats.org/drawingml/2006/main">
            <a:off x="609600" y="472440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1">
                <a:solidFill>
                  <a:srgbClr val="263348"/>
                </a:solidFill>
                <a:latin typeface="Apple SD Gothic Neo"/>
                <a:ea typeface="Apple SD Gothic Neo"/>
                <a:cs typeface="Apple SD Gothic Neo"/>
              </a:defRPr>
            </a:defPPr>
            <a:lvl1pPr algn="l">
              <a:defRPr sz="1875" b="1">
                <a:solidFill>
                  <a:srgbClr val="263348"/>
                </a:solidFill>
                <a:latin typeface="Apple SD Gothic Neo"/>
                <a:ea typeface="Apple SD Gothic Neo"/>
                <a:cs typeface="Apple SD Gothic Neo"/>
              </a:defRPr>
            </a:lvl1pPr>
            <a:lvl2pPr algn="l">
              <a:defRPr sz="1875" b="1">
                <a:solidFill>
                  <a:srgbClr val="263348"/>
                </a:solidFill>
                <a:latin typeface="Apple SD Gothic Neo"/>
                <a:ea typeface="Apple SD Gothic Neo"/>
                <a:cs typeface="Apple SD Gothic Neo"/>
              </a:defRPr>
            </a:lvl2pPr>
            <a:lvl3pPr algn="l">
              <a:defRPr sz="1875" b="1">
                <a:solidFill>
                  <a:srgbClr val="263348"/>
                </a:solidFill>
                <a:latin typeface="Apple SD Gothic Neo"/>
                <a:ea typeface="Apple SD Gothic Neo"/>
                <a:cs typeface="Apple SD Gothic Neo"/>
              </a:defRPr>
            </a:lvl3pPr>
            <a:lvl4pPr algn="l">
              <a:defRPr sz="1875" b="1">
                <a:solidFill>
                  <a:srgbClr val="263348"/>
                </a:solidFill>
                <a:latin typeface="Apple SD Gothic Neo"/>
                <a:ea typeface="Apple SD Gothic Neo"/>
                <a:cs typeface="Apple SD Gothic Neo"/>
              </a:defRPr>
            </a:lvl4pPr>
            <a:lvl5pPr algn="l">
              <a:defRPr sz="1875" b="1">
                <a:solidFill>
                  <a:srgbClr val="263348"/>
                </a:solidFill>
                <a:latin typeface="Apple SD Gothic Neo"/>
                <a:ea typeface="Apple SD Gothic Neo"/>
                <a:cs typeface="Apple SD Gothic Neo"/>
              </a:defRPr>
            </a:lvl5pPr>
            <a:lvl6pPr algn="l">
              <a:defRPr sz="1875" b="1">
                <a:solidFill>
                  <a:srgbClr val="263348"/>
                </a:solidFill>
                <a:latin typeface="Apple SD Gothic Neo"/>
                <a:ea typeface="Apple SD Gothic Neo"/>
                <a:cs typeface="Apple SD Gothic Neo"/>
              </a:defRPr>
            </a:lvl6pPr>
            <a:lvl7pPr algn="l">
              <a:defRPr sz="1875" b="1">
                <a:solidFill>
                  <a:srgbClr val="263348"/>
                </a:solidFill>
                <a:latin typeface="Apple SD Gothic Neo"/>
                <a:ea typeface="Apple SD Gothic Neo"/>
                <a:cs typeface="Apple SD Gothic Neo"/>
              </a:defRPr>
            </a:lvl7pPr>
            <a:lvl8pPr algn="l">
              <a:defRPr sz="1875" b="1">
                <a:solidFill>
                  <a:srgbClr val="263348"/>
                </a:solidFill>
                <a:latin typeface="Apple SD Gothic Neo"/>
                <a:ea typeface="Apple SD Gothic Neo"/>
                <a:cs typeface="Apple SD Gothic Neo"/>
              </a:defRPr>
            </a:lvl8pPr>
            <a:lvl9pPr algn="l">
              <a:defRPr sz="1875" b="1">
                <a:solidFill>
                  <a:srgbClr val="263348"/>
                </a:solidFill>
                <a:latin typeface="Apple SD Gothic Neo"/>
                <a:ea typeface="Apple SD Gothic Neo"/>
                <a:cs typeface="Apple SD Gothic Neo"/>
              </a:defRPr>
            </a:lvl9pPr>
          </a:lstStyle>
          <a:p xmlns:a="http://schemas.openxmlformats.org/drawingml/2006/main">
            <a:pPr algn="l">
              <a:defRPr sz="1875" b="1">
                <a:solidFill>
                  <a:srgbClr val="263348"/>
                </a:solidFill>
                <a:latin typeface="Apple SD Gothic Neo"/>
                <a:ea typeface="Apple SD Gothic Neo"/>
                <a:cs typeface="Apple SD Gothic Neo"/>
              </a:defRPr>
            </a:pPr>
            <a:r>
              <a:rPr sz="1875" b="1">
                <a:solidFill>
                  <a:srgbClr val="263348"/>
                </a:solidFill>
                <a:latin typeface="Apple SD Gothic Neo"/>
                <a:ea typeface="Apple SD Gothic Neo"/>
                <a:cs typeface="Apple SD Gothic Neo"/>
              </a:rPr>
              <a:t>체력이 줄면 무엇이 바뀌나요?</a:t>
            </a:r>
          </a:p>
        </p:txBody>
      </p:sp>
      <p:sp>
        <p:nvSpPr>
          <p:cNvPr id="13" name="a4">
            <a:extLst xmlns:a="http://schemas.openxmlformats.org/drawingml/2006/main">
              <a:ext uri="{FF2B5EF4-FFF2-40B4-BE49-F238E27FC236}">
                <a16:creationId xmlns:a16="http://schemas.microsoft.com/office/drawing/2014/main" id="{9CC8A0C2-65C3-4075-8610-AD7958CC6561}"/>
              </a:ext>
            </a:extLst>
          </p:cNvPr>
          <p:cNvSpPr>
            <a:spLocks xmlns:a="http://schemas.openxmlformats.org/drawingml/2006/main" noGrp="1"/>
          </p:cNvSpPr>
          <p:nvPr/>
        </p:nvSpPr>
        <p:spPr>
          <a:xfrm xmlns:a="http://schemas.openxmlformats.org/drawingml/2006/main">
            <a:off x="609600" y="50577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526075"/>
                </a:solidFill>
                <a:latin typeface="Apple SD Gothic Neo"/>
                <a:ea typeface="Apple SD Gothic Neo"/>
                <a:cs typeface="Apple SD Gothic Neo"/>
              </a:defRPr>
            </a:defPPr>
            <a:lvl1pPr algn="l">
              <a:defRPr sz="1725" b="0">
                <a:solidFill>
                  <a:srgbClr val="526075"/>
                </a:solidFill>
                <a:latin typeface="Apple SD Gothic Neo"/>
                <a:ea typeface="Apple SD Gothic Neo"/>
                <a:cs typeface="Apple SD Gothic Neo"/>
              </a:defRPr>
            </a:lvl1pPr>
            <a:lvl2pPr algn="l">
              <a:defRPr sz="1725" b="0">
                <a:solidFill>
                  <a:srgbClr val="526075"/>
                </a:solidFill>
                <a:latin typeface="Apple SD Gothic Neo"/>
                <a:ea typeface="Apple SD Gothic Neo"/>
                <a:cs typeface="Apple SD Gothic Neo"/>
              </a:defRPr>
            </a:lvl2pPr>
            <a:lvl3pPr algn="l">
              <a:defRPr sz="1725" b="0">
                <a:solidFill>
                  <a:srgbClr val="526075"/>
                </a:solidFill>
                <a:latin typeface="Apple SD Gothic Neo"/>
                <a:ea typeface="Apple SD Gothic Neo"/>
                <a:cs typeface="Apple SD Gothic Neo"/>
              </a:defRPr>
            </a:lvl3pPr>
            <a:lvl4pPr algn="l">
              <a:defRPr sz="1725" b="0">
                <a:solidFill>
                  <a:srgbClr val="526075"/>
                </a:solidFill>
                <a:latin typeface="Apple SD Gothic Neo"/>
                <a:ea typeface="Apple SD Gothic Neo"/>
                <a:cs typeface="Apple SD Gothic Neo"/>
              </a:defRPr>
            </a:lvl4pPr>
            <a:lvl5pPr algn="l">
              <a:defRPr sz="1725" b="0">
                <a:solidFill>
                  <a:srgbClr val="526075"/>
                </a:solidFill>
                <a:latin typeface="Apple SD Gothic Neo"/>
                <a:ea typeface="Apple SD Gothic Neo"/>
                <a:cs typeface="Apple SD Gothic Neo"/>
              </a:defRPr>
            </a:lvl5pPr>
            <a:lvl6pPr algn="l">
              <a:defRPr sz="1725" b="0">
                <a:solidFill>
                  <a:srgbClr val="526075"/>
                </a:solidFill>
                <a:latin typeface="Apple SD Gothic Neo"/>
                <a:ea typeface="Apple SD Gothic Neo"/>
                <a:cs typeface="Apple SD Gothic Neo"/>
              </a:defRPr>
            </a:lvl6pPr>
            <a:lvl7pPr algn="l">
              <a:defRPr sz="1725" b="0">
                <a:solidFill>
                  <a:srgbClr val="526075"/>
                </a:solidFill>
                <a:latin typeface="Apple SD Gothic Neo"/>
                <a:ea typeface="Apple SD Gothic Neo"/>
                <a:cs typeface="Apple SD Gothic Neo"/>
              </a:defRPr>
            </a:lvl7pPr>
            <a:lvl8pPr algn="l">
              <a:defRPr sz="1725" b="0">
                <a:solidFill>
                  <a:srgbClr val="526075"/>
                </a:solidFill>
                <a:latin typeface="Apple SD Gothic Neo"/>
                <a:ea typeface="Apple SD Gothic Neo"/>
                <a:cs typeface="Apple SD Gothic Neo"/>
              </a:defRPr>
            </a:lvl8pPr>
            <a:lvl9pPr algn="l">
              <a:defRPr sz="1725" b="0">
                <a:solidFill>
                  <a:srgbClr val="526075"/>
                </a:solidFill>
                <a:latin typeface="Apple SD Gothic Neo"/>
                <a:ea typeface="Apple SD Gothic Neo"/>
                <a:cs typeface="Apple SD Gothic Neo"/>
              </a:defRPr>
            </a:lvl9pPr>
          </a:lstStyle>
          <a:p xmlns:a="http://schemas.openxmlformats.org/drawingml/2006/main">
            <a:pPr algn="l">
              <a:defRPr sz="1725" b="0">
                <a:solidFill>
                  <a:srgbClr val="526075"/>
                </a:solidFill>
                <a:latin typeface="Apple SD Gothic Neo"/>
                <a:ea typeface="Apple SD Gothic Neo"/>
                <a:cs typeface="Apple SD Gothic Neo"/>
              </a:defRPr>
            </a:pPr>
            <a:r>
              <a:rPr sz="1725" b="0">
                <a:solidFill>
                  <a:srgbClr val="526075"/>
                </a:solidFill>
                <a:latin typeface="Apple SD Gothic Neo"/>
                <a:ea typeface="Apple SD Gothic Neo"/>
                <a:cs typeface="Apple SD Gothic Neo"/>
              </a:rPr>
              <a:t>현재 체력 50% 이하에서 전조와 회복 간격이 짧아지고 일부 연계가 추가됩니다.</a:t>
            </a:r>
          </a:p>
        </p:txBody>
      </p:sp>
      <p:sp>
        <p:nvSpPr>
          <p:cNvPr id="14" name="q5">
            <a:extLst xmlns:a="http://schemas.openxmlformats.org/drawingml/2006/main">
              <a:ext uri="{FF2B5EF4-FFF2-40B4-BE49-F238E27FC236}">
                <a16:creationId xmlns:a16="http://schemas.microsoft.com/office/drawing/2014/main" id="{0F2944E0-78AE-4CE8-8CE0-F9BCD2F4812E}"/>
              </a:ext>
            </a:extLst>
          </p:cNvPr>
          <p:cNvSpPr>
            <a:spLocks xmlns:a="http://schemas.openxmlformats.org/drawingml/2006/main" noGrp="1"/>
          </p:cNvSpPr>
          <p:nvPr/>
        </p:nvSpPr>
        <p:spPr>
          <a:xfrm xmlns:a="http://schemas.openxmlformats.org/drawingml/2006/main">
            <a:off x="609600" y="54673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1">
                <a:solidFill>
                  <a:srgbClr val="263348"/>
                </a:solidFill>
                <a:latin typeface="Apple SD Gothic Neo"/>
                <a:ea typeface="Apple SD Gothic Neo"/>
                <a:cs typeface="Apple SD Gothic Neo"/>
              </a:defRPr>
            </a:defPPr>
            <a:lvl1pPr algn="l">
              <a:defRPr sz="1875" b="1">
                <a:solidFill>
                  <a:srgbClr val="263348"/>
                </a:solidFill>
                <a:latin typeface="Apple SD Gothic Neo"/>
                <a:ea typeface="Apple SD Gothic Neo"/>
                <a:cs typeface="Apple SD Gothic Neo"/>
              </a:defRPr>
            </a:lvl1pPr>
            <a:lvl2pPr algn="l">
              <a:defRPr sz="1875" b="1">
                <a:solidFill>
                  <a:srgbClr val="263348"/>
                </a:solidFill>
                <a:latin typeface="Apple SD Gothic Neo"/>
                <a:ea typeface="Apple SD Gothic Neo"/>
                <a:cs typeface="Apple SD Gothic Neo"/>
              </a:defRPr>
            </a:lvl2pPr>
            <a:lvl3pPr algn="l">
              <a:defRPr sz="1875" b="1">
                <a:solidFill>
                  <a:srgbClr val="263348"/>
                </a:solidFill>
                <a:latin typeface="Apple SD Gothic Neo"/>
                <a:ea typeface="Apple SD Gothic Neo"/>
                <a:cs typeface="Apple SD Gothic Neo"/>
              </a:defRPr>
            </a:lvl3pPr>
            <a:lvl4pPr algn="l">
              <a:defRPr sz="1875" b="1">
                <a:solidFill>
                  <a:srgbClr val="263348"/>
                </a:solidFill>
                <a:latin typeface="Apple SD Gothic Neo"/>
                <a:ea typeface="Apple SD Gothic Neo"/>
                <a:cs typeface="Apple SD Gothic Neo"/>
              </a:defRPr>
            </a:lvl4pPr>
            <a:lvl5pPr algn="l">
              <a:defRPr sz="1875" b="1">
                <a:solidFill>
                  <a:srgbClr val="263348"/>
                </a:solidFill>
                <a:latin typeface="Apple SD Gothic Neo"/>
                <a:ea typeface="Apple SD Gothic Neo"/>
                <a:cs typeface="Apple SD Gothic Neo"/>
              </a:defRPr>
            </a:lvl5pPr>
            <a:lvl6pPr algn="l">
              <a:defRPr sz="1875" b="1">
                <a:solidFill>
                  <a:srgbClr val="263348"/>
                </a:solidFill>
                <a:latin typeface="Apple SD Gothic Neo"/>
                <a:ea typeface="Apple SD Gothic Neo"/>
                <a:cs typeface="Apple SD Gothic Neo"/>
              </a:defRPr>
            </a:lvl6pPr>
            <a:lvl7pPr algn="l">
              <a:defRPr sz="1875" b="1">
                <a:solidFill>
                  <a:srgbClr val="263348"/>
                </a:solidFill>
                <a:latin typeface="Apple SD Gothic Neo"/>
                <a:ea typeface="Apple SD Gothic Neo"/>
                <a:cs typeface="Apple SD Gothic Neo"/>
              </a:defRPr>
            </a:lvl7pPr>
            <a:lvl8pPr algn="l">
              <a:defRPr sz="1875" b="1">
                <a:solidFill>
                  <a:srgbClr val="263348"/>
                </a:solidFill>
                <a:latin typeface="Apple SD Gothic Neo"/>
                <a:ea typeface="Apple SD Gothic Neo"/>
                <a:cs typeface="Apple SD Gothic Neo"/>
              </a:defRPr>
            </a:lvl8pPr>
            <a:lvl9pPr algn="l">
              <a:defRPr sz="1875" b="1">
                <a:solidFill>
                  <a:srgbClr val="263348"/>
                </a:solidFill>
                <a:latin typeface="Apple SD Gothic Neo"/>
                <a:ea typeface="Apple SD Gothic Neo"/>
                <a:cs typeface="Apple SD Gothic Neo"/>
              </a:defRPr>
            </a:lvl9pPr>
          </a:lstStyle>
          <a:p xmlns:a="http://schemas.openxmlformats.org/drawingml/2006/main">
            <a:pPr algn="l">
              <a:defRPr sz="1875" b="1">
                <a:solidFill>
                  <a:srgbClr val="263348"/>
                </a:solidFill>
                <a:latin typeface="Apple SD Gothic Neo"/>
                <a:ea typeface="Apple SD Gothic Neo"/>
                <a:cs typeface="Apple SD Gothic Neo"/>
              </a:defRPr>
            </a:pPr>
            <a:r>
              <a:rPr sz="1875" b="1">
                <a:solidFill>
                  <a:srgbClr val="263348"/>
                </a:solidFill>
                <a:latin typeface="Apple SD Gothic Neo"/>
                <a:ea typeface="Apple SD Gothic Neo"/>
                <a:cs typeface="Apple SD Gothic Neo"/>
              </a:rPr>
              <a:t>보스가 죽어도 공격이 남지 않나요?</a:t>
            </a:r>
          </a:p>
        </p:txBody>
      </p:sp>
      <p:sp>
        <p:nvSpPr>
          <p:cNvPr id="15" name="a5">
            <a:extLst xmlns:a="http://schemas.openxmlformats.org/drawingml/2006/main">
              <a:ext uri="{FF2B5EF4-FFF2-40B4-BE49-F238E27FC236}">
                <a16:creationId xmlns:a16="http://schemas.microsoft.com/office/drawing/2014/main" id="{DE66B535-4728-44FB-90D4-5FAF3B190A4E}"/>
              </a:ext>
            </a:extLst>
          </p:cNvPr>
          <p:cNvSpPr>
            <a:spLocks xmlns:a="http://schemas.openxmlformats.org/drawingml/2006/main" noGrp="1"/>
          </p:cNvSpPr>
          <p:nvPr/>
        </p:nvSpPr>
        <p:spPr>
          <a:xfrm xmlns:a="http://schemas.openxmlformats.org/drawingml/2006/main">
            <a:off x="609600" y="58007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526075"/>
                </a:solidFill>
                <a:latin typeface="Apple SD Gothic Neo"/>
                <a:ea typeface="Apple SD Gothic Neo"/>
                <a:cs typeface="Apple SD Gothic Neo"/>
              </a:defRPr>
            </a:defPPr>
            <a:lvl1pPr algn="l">
              <a:defRPr sz="1725" b="0">
                <a:solidFill>
                  <a:srgbClr val="526075"/>
                </a:solidFill>
                <a:latin typeface="Apple SD Gothic Neo"/>
                <a:ea typeface="Apple SD Gothic Neo"/>
                <a:cs typeface="Apple SD Gothic Neo"/>
              </a:defRPr>
            </a:lvl1pPr>
            <a:lvl2pPr algn="l">
              <a:defRPr sz="1725" b="0">
                <a:solidFill>
                  <a:srgbClr val="526075"/>
                </a:solidFill>
                <a:latin typeface="Apple SD Gothic Neo"/>
                <a:ea typeface="Apple SD Gothic Neo"/>
                <a:cs typeface="Apple SD Gothic Neo"/>
              </a:defRPr>
            </a:lvl2pPr>
            <a:lvl3pPr algn="l">
              <a:defRPr sz="1725" b="0">
                <a:solidFill>
                  <a:srgbClr val="526075"/>
                </a:solidFill>
                <a:latin typeface="Apple SD Gothic Neo"/>
                <a:ea typeface="Apple SD Gothic Neo"/>
                <a:cs typeface="Apple SD Gothic Neo"/>
              </a:defRPr>
            </a:lvl3pPr>
            <a:lvl4pPr algn="l">
              <a:defRPr sz="1725" b="0">
                <a:solidFill>
                  <a:srgbClr val="526075"/>
                </a:solidFill>
                <a:latin typeface="Apple SD Gothic Neo"/>
                <a:ea typeface="Apple SD Gothic Neo"/>
                <a:cs typeface="Apple SD Gothic Neo"/>
              </a:defRPr>
            </a:lvl4pPr>
            <a:lvl5pPr algn="l">
              <a:defRPr sz="1725" b="0">
                <a:solidFill>
                  <a:srgbClr val="526075"/>
                </a:solidFill>
                <a:latin typeface="Apple SD Gothic Neo"/>
                <a:ea typeface="Apple SD Gothic Neo"/>
                <a:cs typeface="Apple SD Gothic Neo"/>
              </a:defRPr>
            </a:lvl5pPr>
            <a:lvl6pPr algn="l">
              <a:defRPr sz="1725" b="0">
                <a:solidFill>
                  <a:srgbClr val="526075"/>
                </a:solidFill>
                <a:latin typeface="Apple SD Gothic Neo"/>
                <a:ea typeface="Apple SD Gothic Neo"/>
                <a:cs typeface="Apple SD Gothic Neo"/>
              </a:defRPr>
            </a:lvl6pPr>
            <a:lvl7pPr algn="l">
              <a:defRPr sz="1725" b="0">
                <a:solidFill>
                  <a:srgbClr val="526075"/>
                </a:solidFill>
                <a:latin typeface="Apple SD Gothic Neo"/>
                <a:ea typeface="Apple SD Gothic Neo"/>
                <a:cs typeface="Apple SD Gothic Neo"/>
              </a:defRPr>
            </a:lvl7pPr>
            <a:lvl8pPr algn="l">
              <a:defRPr sz="1725" b="0">
                <a:solidFill>
                  <a:srgbClr val="526075"/>
                </a:solidFill>
                <a:latin typeface="Apple SD Gothic Neo"/>
                <a:ea typeface="Apple SD Gothic Neo"/>
                <a:cs typeface="Apple SD Gothic Neo"/>
              </a:defRPr>
            </a:lvl8pPr>
            <a:lvl9pPr algn="l">
              <a:defRPr sz="1725" b="0">
                <a:solidFill>
                  <a:srgbClr val="526075"/>
                </a:solidFill>
                <a:latin typeface="Apple SD Gothic Neo"/>
                <a:ea typeface="Apple SD Gothic Neo"/>
                <a:cs typeface="Apple SD Gothic Neo"/>
              </a:defRPr>
            </a:lvl9pPr>
          </a:lstStyle>
          <a:p xmlns:a="http://schemas.openxmlformats.org/drawingml/2006/main">
            <a:pPr algn="l">
              <a:defRPr sz="1725" b="0">
                <a:solidFill>
                  <a:srgbClr val="526075"/>
                </a:solidFill>
                <a:latin typeface="Apple SD Gothic Neo"/>
                <a:ea typeface="Apple SD Gothic Neo"/>
                <a:cs typeface="Apple SD Gothic Neo"/>
              </a:defRPr>
            </a:pPr>
            <a:r>
              <a:rPr sz="1725" b="0">
                <a:solidFill>
                  <a:srgbClr val="526075"/>
                </a:solidFill>
                <a:latin typeface="Apple SD Gothic Neo"/>
                <a:ea typeface="Apple SD Gothic Neo"/>
                <a:cs typeface="Apple SD Gothic Neo"/>
              </a:rPr>
              <a:t>CancelCombat과 InterruptPattern에서 코루틴과 공격 객체를 정리합니다.</a:t>
            </a:r>
          </a:p>
        </p:txBody>
      </p:sp>
    </p:spTree>
    <p:extLst>
      <p:ext uri="{BB962C8B-B14F-4D97-AF65-F5344CB8AC3E}">
        <p14:creationId xmlns:p14="http://schemas.microsoft.com/office/powerpoint/2010/main" val="13491552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2026-10-28T13:10:02.6430000Z</dcterms:created>
  <dcterms:modified xsi:type="dcterms:W3CDTF">2026-10-28T13:10:02.6430000Z</dcterms:modified>
</coreProperties>
</file>